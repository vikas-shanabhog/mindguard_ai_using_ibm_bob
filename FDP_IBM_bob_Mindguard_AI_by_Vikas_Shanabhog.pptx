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5" roundtripDataSignature="AMtx7mgm4Fwi5bmpc8XXODTanJpWk6iFp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068DDBF9-FEE4-4A03-B3DA-367B89B07C85}">
  <a:tblStyle styleId="{068DDBF9-FEE4-4A03-B3DA-367B89B07C85}"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25" Type="http://customschemas.google.com/relationships/presentationmetadata" Target="meta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p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6" name="Google Shape;76;p3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82" name="Google Shape;82;p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 name="Shape 90"/>
        <p:cNvGrpSpPr/>
        <p:nvPr/>
      </p:nvGrpSpPr>
      <p:grpSpPr>
        <a:xfrm>
          <a:off x="0" y="0"/>
          <a:ext cx="0" cy="0"/>
          <a:chOff x="0" y="0"/>
          <a:chExt cx="0" cy="0"/>
        </a:xfrm>
      </p:grpSpPr>
      <p:sp>
        <p:nvSpPr>
          <p:cNvPr id="91" name="Google Shape;91;p3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92" name="Google Shape;92;p3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p3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98" name="Google Shape;98;p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p3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04" name="Google Shape;104;p3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p3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10" name="Google Shape;110;p3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p3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22" name="Google Shape;122;p3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p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28" name="Google Shape;128;p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 name="Shape 133"/>
        <p:cNvGrpSpPr/>
        <p:nvPr/>
      </p:nvGrpSpPr>
      <p:grpSpPr>
        <a:xfrm>
          <a:off x="0" y="0"/>
          <a:ext cx="0" cy="0"/>
          <a:chOff x="0" y="0"/>
          <a:chExt cx="0" cy="0"/>
        </a:xfrm>
      </p:grpSpPr>
      <p:sp>
        <p:nvSpPr>
          <p:cNvPr id="134" name="Google Shape;134;g3f827d8da96_1_3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35" name="Google Shape;135;g3f827d8da96_1_3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 name="Shape 143"/>
        <p:cNvGrpSpPr/>
        <p:nvPr/>
      </p:nvGrpSpPr>
      <p:grpSpPr>
        <a:xfrm>
          <a:off x="0" y="0"/>
          <a:ext cx="0" cy="0"/>
          <a:chOff x="0" y="0"/>
          <a:chExt cx="0" cy="0"/>
        </a:xfrm>
      </p:grpSpPr>
      <p:sp>
        <p:nvSpPr>
          <p:cNvPr id="144" name="Google Shape;144;p4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45" name="Google Shape;145;p4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p4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54" name="Google Shape;154;p4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 name="Shape 158"/>
        <p:cNvGrpSpPr/>
        <p:nvPr/>
      </p:nvGrpSpPr>
      <p:grpSpPr>
        <a:xfrm>
          <a:off x="0" y="0"/>
          <a:ext cx="0" cy="0"/>
          <a:chOff x="0" y="0"/>
          <a:chExt cx="0" cy="0"/>
        </a:xfrm>
      </p:grpSpPr>
      <p:sp>
        <p:nvSpPr>
          <p:cNvPr id="159" name="Google Shape;159;g3f827d8da96_1_1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60" name="Google Shape;160;g3f827d8da96_1_1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g3f827d8da96_1_1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66" name="Google Shape;166;g3f827d8da96_1_1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p4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72" name="Google Shape;172;p4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78" name="Google Shape;178;p4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4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84" name="Google Shape;184;p4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 name="Shape 188"/>
        <p:cNvGrpSpPr/>
        <p:nvPr/>
      </p:nvGrpSpPr>
      <p:grpSpPr>
        <a:xfrm>
          <a:off x="0" y="0"/>
          <a:ext cx="0" cy="0"/>
          <a:chOff x="0" y="0"/>
          <a:chExt cx="0" cy="0"/>
        </a:xfrm>
      </p:grpSpPr>
      <p:sp>
        <p:nvSpPr>
          <p:cNvPr id="189" name="Google Shape;189;p4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90" name="Google Shape;190;p4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p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96" name="Google Shape;196;p4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 name="Shape 200"/>
        <p:cNvGrpSpPr/>
        <p:nvPr/>
      </p:nvGrpSpPr>
      <p:grpSpPr>
        <a:xfrm>
          <a:off x="0" y="0"/>
          <a:ext cx="0" cy="0"/>
          <a:chOff x="0" y="0"/>
          <a:chExt cx="0" cy="0"/>
        </a:xfrm>
      </p:grpSpPr>
      <p:sp>
        <p:nvSpPr>
          <p:cNvPr id="201" name="Google Shape;201;p2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02" name="Google Shape;202;p2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1" name="Shape 11"/>
        <p:cNvGrpSpPr/>
        <p:nvPr/>
      </p:nvGrpSpPr>
      <p:grpSpPr>
        <a:xfrm>
          <a:off x="0" y="0"/>
          <a:ext cx="0" cy="0"/>
          <a:chOff x="0" y="0"/>
          <a:chExt cx="0" cy="0"/>
        </a:xfrm>
      </p:grpSpPr>
      <p:sp>
        <p:nvSpPr>
          <p:cNvPr id="12" name="Google Shape;12;p24"/>
          <p:cNvSpPr txBox="1"/>
          <p:nvPr>
            <p:ph type="title"/>
          </p:nvPr>
        </p:nvSpPr>
        <p:spPr>
          <a:xfrm>
            <a:off x="831850" y="1709738"/>
            <a:ext cx="10515600" cy="2852737"/>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 name="Google Shape;13;p24"/>
          <p:cNvSpPr txBox="1"/>
          <p:nvPr>
            <p:ph idx="1" type="body"/>
          </p:nvPr>
        </p:nvSpPr>
        <p:spPr>
          <a:xfrm>
            <a:off x="831850" y="4589463"/>
            <a:ext cx="10515600"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888888"/>
              </a:buClr>
              <a:buSzPts val="2400"/>
              <a:buNone/>
              <a:defRPr sz="2400">
                <a:solidFill>
                  <a:srgbClr val="888888"/>
                </a:solidFill>
              </a:defRPr>
            </a:lvl1pPr>
            <a:lvl2pPr indent="-228600" lvl="1" marL="914400" algn="l">
              <a:lnSpc>
                <a:spcPct val="90000"/>
              </a:lnSpc>
              <a:spcBef>
                <a:spcPts val="500"/>
              </a:spcBef>
              <a:spcAft>
                <a:spcPts val="0"/>
              </a:spcAft>
              <a:buClr>
                <a:srgbClr val="888888"/>
              </a:buClr>
              <a:buSzPts val="2000"/>
              <a:buNone/>
              <a:defRPr sz="2000">
                <a:solidFill>
                  <a:srgbClr val="888888"/>
                </a:solidFill>
              </a:defRPr>
            </a:lvl2pPr>
            <a:lvl3pPr indent="-228600" lvl="2" marL="1371600" algn="l">
              <a:lnSpc>
                <a:spcPct val="90000"/>
              </a:lnSpc>
              <a:spcBef>
                <a:spcPts val="500"/>
              </a:spcBef>
              <a:spcAft>
                <a:spcPts val="0"/>
              </a:spcAft>
              <a:buClr>
                <a:srgbClr val="888888"/>
              </a:buClr>
              <a:buSzPts val="1800"/>
              <a:buNone/>
              <a:defRPr sz="1800">
                <a:solidFill>
                  <a:srgbClr val="888888"/>
                </a:solidFill>
              </a:defRPr>
            </a:lvl3pPr>
            <a:lvl4pPr indent="-228600" lvl="3" marL="1828800" algn="l">
              <a:lnSpc>
                <a:spcPct val="90000"/>
              </a:lnSpc>
              <a:spcBef>
                <a:spcPts val="500"/>
              </a:spcBef>
              <a:spcAft>
                <a:spcPts val="0"/>
              </a:spcAft>
              <a:buClr>
                <a:srgbClr val="888888"/>
              </a:buClr>
              <a:buSzPts val="1600"/>
              <a:buNone/>
              <a:defRPr sz="1600">
                <a:solidFill>
                  <a:srgbClr val="888888"/>
                </a:solidFill>
              </a:defRPr>
            </a:lvl4pPr>
            <a:lvl5pPr indent="-228600" lvl="4" marL="2286000" algn="l">
              <a:lnSpc>
                <a:spcPct val="90000"/>
              </a:lnSpc>
              <a:spcBef>
                <a:spcPts val="500"/>
              </a:spcBef>
              <a:spcAft>
                <a:spcPts val="0"/>
              </a:spcAft>
              <a:buClr>
                <a:srgbClr val="888888"/>
              </a:buClr>
              <a:buSzPts val="1600"/>
              <a:buNone/>
              <a:defRPr sz="1600">
                <a:solidFill>
                  <a:srgbClr val="888888"/>
                </a:solidFill>
              </a:defRPr>
            </a:lvl5pPr>
            <a:lvl6pPr indent="-228600" lvl="5" marL="2743200" algn="l">
              <a:lnSpc>
                <a:spcPct val="90000"/>
              </a:lnSpc>
              <a:spcBef>
                <a:spcPts val="500"/>
              </a:spcBef>
              <a:spcAft>
                <a:spcPts val="0"/>
              </a:spcAft>
              <a:buClr>
                <a:srgbClr val="888888"/>
              </a:buClr>
              <a:buSzPts val="1600"/>
              <a:buNone/>
              <a:defRPr sz="1600">
                <a:solidFill>
                  <a:srgbClr val="888888"/>
                </a:solidFill>
              </a:defRPr>
            </a:lvl6pPr>
            <a:lvl7pPr indent="-228600" lvl="6" marL="3200400" algn="l">
              <a:lnSpc>
                <a:spcPct val="90000"/>
              </a:lnSpc>
              <a:spcBef>
                <a:spcPts val="500"/>
              </a:spcBef>
              <a:spcAft>
                <a:spcPts val="0"/>
              </a:spcAft>
              <a:buClr>
                <a:srgbClr val="888888"/>
              </a:buClr>
              <a:buSzPts val="1600"/>
              <a:buNone/>
              <a:defRPr sz="1600">
                <a:solidFill>
                  <a:srgbClr val="888888"/>
                </a:solidFill>
              </a:defRPr>
            </a:lvl7pPr>
            <a:lvl8pPr indent="-228600" lvl="7" marL="3657600" algn="l">
              <a:lnSpc>
                <a:spcPct val="90000"/>
              </a:lnSpc>
              <a:spcBef>
                <a:spcPts val="500"/>
              </a:spcBef>
              <a:spcAft>
                <a:spcPts val="0"/>
              </a:spcAft>
              <a:buClr>
                <a:srgbClr val="888888"/>
              </a:buClr>
              <a:buSzPts val="1600"/>
              <a:buNone/>
              <a:defRPr sz="1600">
                <a:solidFill>
                  <a:srgbClr val="888888"/>
                </a:solidFill>
              </a:defRPr>
            </a:lvl8pPr>
            <a:lvl9pPr indent="-228600" lvl="8" marL="4114800" algn="l">
              <a:lnSpc>
                <a:spcPct val="90000"/>
              </a:lnSpc>
              <a:spcBef>
                <a:spcPts val="500"/>
              </a:spcBef>
              <a:spcAft>
                <a:spcPts val="0"/>
              </a:spcAft>
              <a:buClr>
                <a:srgbClr val="888888"/>
              </a:buClr>
              <a:buSzPts val="1600"/>
              <a:buNone/>
              <a:defRPr sz="1600">
                <a:solidFill>
                  <a:srgbClr val="888888"/>
                </a:solidFill>
              </a:defRPr>
            </a:lvl9pPr>
          </a:lstStyle>
          <a:p/>
        </p:txBody>
      </p:sp>
      <p:sp>
        <p:nvSpPr>
          <p:cNvPr id="14" name="Google Shape;14;p2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5" name="Google Shape;15;p2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6" name="Google Shape;16;p2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7" name="Shape 17"/>
        <p:cNvGrpSpPr/>
        <p:nvPr/>
      </p:nvGrpSpPr>
      <p:grpSpPr>
        <a:xfrm>
          <a:off x="0" y="0"/>
          <a:ext cx="0" cy="0"/>
          <a:chOff x="0" y="0"/>
          <a:chExt cx="0" cy="0"/>
        </a:xfrm>
      </p:grpSpPr>
      <p:sp>
        <p:nvSpPr>
          <p:cNvPr id="18" name="Google Shape;18;p23"/>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9" name="Google Shape;19;p23"/>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0" name="Google Shape;20;p23"/>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1" name="Google Shape;21;p23"/>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2" name="Google Shape;22;p23"/>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23" name="Shape 23"/>
        <p:cNvGrpSpPr/>
        <p:nvPr/>
      </p:nvGrpSpPr>
      <p:grpSpPr>
        <a:xfrm>
          <a:off x="0" y="0"/>
          <a:ext cx="0" cy="0"/>
          <a:chOff x="0" y="0"/>
          <a:chExt cx="0" cy="0"/>
        </a:xfrm>
      </p:grpSpPr>
      <p:sp>
        <p:nvSpPr>
          <p:cNvPr id="24" name="Google Shape;24;p25"/>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 name="Google Shape;25;p25"/>
          <p:cNvSpPr txBox="1"/>
          <p:nvPr>
            <p:ph idx="1" type="body"/>
          </p:nvPr>
        </p:nvSpPr>
        <p:spPr>
          <a:xfrm>
            <a:off x="838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6" name="Google Shape;26;p25"/>
          <p:cNvSpPr txBox="1"/>
          <p:nvPr>
            <p:ph idx="2" type="body"/>
          </p:nvPr>
        </p:nvSpPr>
        <p:spPr>
          <a:xfrm>
            <a:off x="6172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7" name="Google Shape;27;p25"/>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8" name="Google Shape;28;p25"/>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9" name="Google Shape;29;p25"/>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30" name="Shape 30"/>
        <p:cNvGrpSpPr/>
        <p:nvPr/>
      </p:nvGrpSpPr>
      <p:grpSpPr>
        <a:xfrm>
          <a:off x="0" y="0"/>
          <a:ext cx="0" cy="0"/>
          <a:chOff x="0" y="0"/>
          <a:chExt cx="0" cy="0"/>
        </a:xfrm>
      </p:grpSpPr>
      <p:sp>
        <p:nvSpPr>
          <p:cNvPr id="31" name="Google Shape;31;p26"/>
          <p:cNvSpPr txBox="1"/>
          <p:nvPr>
            <p:ph type="title"/>
          </p:nvPr>
        </p:nvSpPr>
        <p:spPr>
          <a:xfrm>
            <a:off x="839788"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2" name="Google Shape;32;p26"/>
          <p:cNvSpPr txBox="1"/>
          <p:nvPr>
            <p:ph idx="1" type="body"/>
          </p:nvPr>
        </p:nvSpPr>
        <p:spPr>
          <a:xfrm>
            <a:off x="839788" y="1681163"/>
            <a:ext cx="5157787"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33" name="Google Shape;33;p26"/>
          <p:cNvSpPr txBox="1"/>
          <p:nvPr>
            <p:ph idx="2" type="body"/>
          </p:nvPr>
        </p:nvSpPr>
        <p:spPr>
          <a:xfrm>
            <a:off x="839788" y="2505075"/>
            <a:ext cx="5157787"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4" name="Google Shape;34;p26"/>
          <p:cNvSpPr txBox="1"/>
          <p:nvPr>
            <p:ph idx="3" type="body"/>
          </p:nvPr>
        </p:nvSpPr>
        <p:spPr>
          <a:xfrm>
            <a:off x="6172200" y="1681163"/>
            <a:ext cx="5183188"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35" name="Google Shape;35;p26"/>
          <p:cNvSpPr txBox="1"/>
          <p:nvPr>
            <p:ph idx="4" type="body"/>
          </p:nvPr>
        </p:nvSpPr>
        <p:spPr>
          <a:xfrm>
            <a:off x="6172200" y="2505075"/>
            <a:ext cx="5183188"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6" name="Google Shape;36;p26"/>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7" name="Google Shape;37;p26"/>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8" name="Google Shape;38;p26"/>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9" name="Shape 39"/>
        <p:cNvGrpSpPr/>
        <p:nvPr/>
      </p:nvGrpSpPr>
      <p:grpSpPr>
        <a:xfrm>
          <a:off x="0" y="0"/>
          <a:ext cx="0" cy="0"/>
          <a:chOff x="0" y="0"/>
          <a:chExt cx="0" cy="0"/>
        </a:xfrm>
      </p:grpSpPr>
      <p:sp>
        <p:nvSpPr>
          <p:cNvPr id="40" name="Google Shape;40;p27"/>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1" name="Google Shape;41;p27"/>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2" name="Google Shape;42;p27"/>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3" name="Google Shape;43;p2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4" name="Shape 44"/>
        <p:cNvGrpSpPr/>
        <p:nvPr/>
      </p:nvGrpSpPr>
      <p:grpSpPr>
        <a:xfrm>
          <a:off x="0" y="0"/>
          <a:ext cx="0" cy="0"/>
          <a:chOff x="0" y="0"/>
          <a:chExt cx="0" cy="0"/>
        </a:xfrm>
      </p:grpSpPr>
      <p:sp>
        <p:nvSpPr>
          <p:cNvPr id="45" name="Google Shape;45;p28"/>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6" name="Google Shape;46;p28"/>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7" name="Google Shape;47;p28"/>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48" name="Shape 48"/>
        <p:cNvGrpSpPr/>
        <p:nvPr/>
      </p:nvGrpSpPr>
      <p:grpSpPr>
        <a:xfrm>
          <a:off x="0" y="0"/>
          <a:ext cx="0" cy="0"/>
          <a:chOff x="0" y="0"/>
          <a:chExt cx="0" cy="0"/>
        </a:xfrm>
      </p:grpSpPr>
      <p:sp>
        <p:nvSpPr>
          <p:cNvPr id="49" name="Google Shape;49;p29"/>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0" name="Google Shape;50;p29"/>
          <p:cNvSpPr txBox="1"/>
          <p:nvPr>
            <p:ph idx="1" type="body"/>
          </p:nvPr>
        </p:nvSpPr>
        <p:spPr>
          <a:xfrm>
            <a:off x="5183188" y="987425"/>
            <a:ext cx="6172200" cy="4873625"/>
          </a:xfrm>
          <a:prstGeom prst="rect">
            <a:avLst/>
          </a:prstGeom>
          <a:noFill/>
          <a:ln>
            <a:noFill/>
          </a:ln>
        </p:spPr>
        <p:txBody>
          <a:bodyPr anchorCtr="0" anchor="t" bIns="45700" lIns="91425" spcFirstLastPara="1" rIns="91425" wrap="square" tIns="45700">
            <a:normAutofit/>
          </a:bodyPr>
          <a:lstStyle>
            <a:lvl1pPr indent="-431800" lvl="0" marL="457200" algn="l">
              <a:lnSpc>
                <a:spcPct val="90000"/>
              </a:lnSpc>
              <a:spcBef>
                <a:spcPts val="1000"/>
              </a:spcBef>
              <a:spcAft>
                <a:spcPts val="0"/>
              </a:spcAft>
              <a:buClr>
                <a:schemeClr val="dk1"/>
              </a:buClr>
              <a:buSzPts val="3200"/>
              <a:buChar char="•"/>
              <a:defRPr sz="3200"/>
            </a:lvl1pPr>
            <a:lvl2pPr indent="-406400" lvl="1" marL="914400" algn="l">
              <a:lnSpc>
                <a:spcPct val="90000"/>
              </a:lnSpc>
              <a:spcBef>
                <a:spcPts val="500"/>
              </a:spcBef>
              <a:spcAft>
                <a:spcPts val="0"/>
              </a:spcAft>
              <a:buClr>
                <a:schemeClr val="dk1"/>
              </a:buClr>
              <a:buSzPts val="2800"/>
              <a:buChar char="•"/>
              <a:defRPr sz="2800"/>
            </a:lvl2pPr>
            <a:lvl3pPr indent="-381000" lvl="2" marL="1371600" algn="l">
              <a:lnSpc>
                <a:spcPct val="90000"/>
              </a:lnSpc>
              <a:spcBef>
                <a:spcPts val="500"/>
              </a:spcBef>
              <a:spcAft>
                <a:spcPts val="0"/>
              </a:spcAft>
              <a:buClr>
                <a:schemeClr val="dk1"/>
              </a:buClr>
              <a:buSzPts val="2400"/>
              <a:buChar char="•"/>
              <a:defRPr sz="2400"/>
            </a:lvl3pPr>
            <a:lvl4pPr indent="-355600" lvl="3" marL="1828800" algn="l">
              <a:lnSpc>
                <a:spcPct val="90000"/>
              </a:lnSpc>
              <a:spcBef>
                <a:spcPts val="500"/>
              </a:spcBef>
              <a:spcAft>
                <a:spcPts val="0"/>
              </a:spcAft>
              <a:buClr>
                <a:schemeClr val="dk1"/>
              </a:buClr>
              <a:buSzPts val="2000"/>
              <a:buChar char="•"/>
              <a:defRPr sz="2000"/>
            </a:lvl4pPr>
            <a:lvl5pPr indent="-355600" lvl="4" marL="2286000" algn="l">
              <a:lnSpc>
                <a:spcPct val="90000"/>
              </a:lnSpc>
              <a:spcBef>
                <a:spcPts val="500"/>
              </a:spcBef>
              <a:spcAft>
                <a:spcPts val="0"/>
              </a:spcAft>
              <a:buClr>
                <a:schemeClr val="dk1"/>
              </a:buClr>
              <a:buSzPts val="2000"/>
              <a:buChar char="•"/>
              <a:defRPr sz="2000"/>
            </a:lvl5pPr>
            <a:lvl6pPr indent="-355600" lvl="5" marL="2743200" algn="l">
              <a:lnSpc>
                <a:spcPct val="90000"/>
              </a:lnSpc>
              <a:spcBef>
                <a:spcPts val="500"/>
              </a:spcBef>
              <a:spcAft>
                <a:spcPts val="0"/>
              </a:spcAft>
              <a:buClr>
                <a:schemeClr val="dk1"/>
              </a:buClr>
              <a:buSzPts val="2000"/>
              <a:buChar char="•"/>
              <a:defRPr sz="2000"/>
            </a:lvl6pPr>
            <a:lvl7pPr indent="-355600" lvl="6" marL="3200400" algn="l">
              <a:lnSpc>
                <a:spcPct val="90000"/>
              </a:lnSpc>
              <a:spcBef>
                <a:spcPts val="500"/>
              </a:spcBef>
              <a:spcAft>
                <a:spcPts val="0"/>
              </a:spcAft>
              <a:buClr>
                <a:schemeClr val="dk1"/>
              </a:buClr>
              <a:buSzPts val="2000"/>
              <a:buChar char="•"/>
              <a:defRPr sz="2000"/>
            </a:lvl7pPr>
            <a:lvl8pPr indent="-355600" lvl="7" marL="3657600" algn="l">
              <a:lnSpc>
                <a:spcPct val="90000"/>
              </a:lnSpc>
              <a:spcBef>
                <a:spcPts val="500"/>
              </a:spcBef>
              <a:spcAft>
                <a:spcPts val="0"/>
              </a:spcAft>
              <a:buClr>
                <a:schemeClr val="dk1"/>
              </a:buClr>
              <a:buSzPts val="2000"/>
              <a:buChar char="•"/>
              <a:defRPr sz="2000"/>
            </a:lvl8pPr>
            <a:lvl9pPr indent="-355600" lvl="8" marL="4114800" algn="l">
              <a:lnSpc>
                <a:spcPct val="90000"/>
              </a:lnSpc>
              <a:spcBef>
                <a:spcPts val="500"/>
              </a:spcBef>
              <a:spcAft>
                <a:spcPts val="0"/>
              </a:spcAft>
              <a:buClr>
                <a:schemeClr val="dk1"/>
              </a:buClr>
              <a:buSzPts val="2000"/>
              <a:buChar char="•"/>
              <a:defRPr sz="2000"/>
            </a:lvl9pPr>
          </a:lstStyle>
          <a:p/>
        </p:txBody>
      </p:sp>
      <p:sp>
        <p:nvSpPr>
          <p:cNvPr id="51" name="Google Shape;51;p29"/>
          <p:cNvSpPr txBox="1"/>
          <p:nvPr>
            <p:ph idx="2"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52" name="Google Shape;52;p29"/>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3" name="Google Shape;53;p29"/>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4" name="Google Shape;54;p29"/>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55" name="Shape 55"/>
        <p:cNvGrpSpPr/>
        <p:nvPr/>
      </p:nvGrpSpPr>
      <p:grpSpPr>
        <a:xfrm>
          <a:off x="0" y="0"/>
          <a:ext cx="0" cy="0"/>
          <a:chOff x="0" y="0"/>
          <a:chExt cx="0" cy="0"/>
        </a:xfrm>
      </p:grpSpPr>
      <p:sp>
        <p:nvSpPr>
          <p:cNvPr id="56" name="Google Shape;56;p30"/>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7" name="Google Shape;57;p30"/>
          <p:cNvSpPr/>
          <p:nvPr>
            <p:ph idx="2" type="pic"/>
          </p:nvPr>
        </p:nvSpPr>
        <p:spPr>
          <a:xfrm>
            <a:off x="5183188" y="987425"/>
            <a:ext cx="6172200" cy="4873625"/>
          </a:xfrm>
          <a:prstGeom prst="rect">
            <a:avLst/>
          </a:prstGeom>
          <a:noFill/>
          <a:ln>
            <a:noFill/>
          </a:ln>
        </p:spPr>
      </p:sp>
      <p:sp>
        <p:nvSpPr>
          <p:cNvPr id="58" name="Google Shape;58;p30"/>
          <p:cNvSpPr txBox="1"/>
          <p:nvPr>
            <p:ph idx="1"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59" name="Google Shape;59;p30"/>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0" name="Google Shape;60;p30"/>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1" name="Google Shape;61;p30"/>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2" name="Shape 62"/>
        <p:cNvGrpSpPr/>
        <p:nvPr/>
      </p:nvGrpSpPr>
      <p:grpSpPr>
        <a:xfrm>
          <a:off x="0" y="0"/>
          <a:ext cx="0" cy="0"/>
          <a:chOff x="0" y="0"/>
          <a:chExt cx="0" cy="0"/>
        </a:xfrm>
      </p:grpSpPr>
      <p:sp>
        <p:nvSpPr>
          <p:cNvPr id="63" name="Google Shape;63;p31"/>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4" name="Google Shape;64;p31"/>
          <p:cNvSpPr txBox="1"/>
          <p:nvPr>
            <p:ph idx="1" type="body"/>
          </p:nvPr>
        </p:nvSpPr>
        <p:spPr>
          <a:xfrm rot="5400000">
            <a:off x="3920331" y="-1256506"/>
            <a:ext cx="4351338" cy="105156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65" name="Google Shape;65;p31"/>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6" name="Google Shape;66;p31"/>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7" name="Google Shape;67;p31"/>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68" name="Shape 68"/>
        <p:cNvGrpSpPr/>
        <p:nvPr/>
      </p:nvGrpSpPr>
      <p:grpSpPr>
        <a:xfrm>
          <a:off x="0" y="0"/>
          <a:ext cx="0" cy="0"/>
          <a:chOff x="0" y="0"/>
          <a:chExt cx="0" cy="0"/>
        </a:xfrm>
      </p:grpSpPr>
      <p:sp>
        <p:nvSpPr>
          <p:cNvPr id="69" name="Google Shape;69;p32"/>
          <p:cNvSpPr txBox="1"/>
          <p:nvPr>
            <p:ph type="title"/>
          </p:nvPr>
        </p:nvSpPr>
        <p:spPr>
          <a:xfrm rot="5400000">
            <a:off x="7133431" y="1956594"/>
            <a:ext cx="5811838" cy="26289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0" name="Google Shape;70;p32"/>
          <p:cNvSpPr txBox="1"/>
          <p:nvPr>
            <p:ph idx="1" type="body"/>
          </p:nvPr>
        </p:nvSpPr>
        <p:spPr>
          <a:xfrm rot="5400000">
            <a:off x="1799431" y="-596106"/>
            <a:ext cx="5811838" cy="77343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71" name="Google Shape;71;p32"/>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2" name="Google Shape;72;p32"/>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3" name="Google Shape;73;p32"/>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theme" Target="../theme/theme1.xml"/><Relationship Id="rId10" Type="http://schemas.openxmlformats.org/officeDocument/2006/relationships/slideLayout" Target="../slideLayouts/slideLayout10.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21"/>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7" name="Google Shape;7;p21"/>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 name="Google Shape;8;p21"/>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9" name="Google Shape;9;p21"/>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10" name="Google Shape;10;p21"/>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5.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png"/><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 name="Shape 77"/>
        <p:cNvGrpSpPr/>
        <p:nvPr/>
      </p:nvGrpSpPr>
      <p:grpSpPr>
        <a:xfrm>
          <a:off x="0" y="0"/>
          <a:ext cx="0" cy="0"/>
          <a:chOff x="0" y="0"/>
          <a:chExt cx="0" cy="0"/>
        </a:xfrm>
      </p:grpSpPr>
      <p:sp>
        <p:nvSpPr>
          <p:cNvPr id="78" name="Google Shape;78;p33"/>
          <p:cNvSpPr txBox="1"/>
          <p:nvPr>
            <p:ph type="title"/>
          </p:nvPr>
        </p:nvSpPr>
        <p:spPr>
          <a:xfrm>
            <a:off x="831850" y="1709738"/>
            <a:ext cx="10515600" cy="2852737"/>
          </a:xfrm>
          <a:prstGeom prst="rect">
            <a:avLst/>
          </a:prstGeom>
          <a:noFill/>
          <a:ln>
            <a:noFill/>
          </a:ln>
        </p:spPr>
        <p:txBody>
          <a:bodyPr anchorCtr="0" anchor="b" bIns="45700" lIns="91425" spcFirstLastPara="1" rIns="91425" wrap="square" tIns="45700">
            <a:normAutofit/>
          </a:bodyPr>
          <a:lstStyle/>
          <a:p>
            <a:pPr indent="0" lvl="0" marL="0" rtl="0" algn="ctr">
              <a:lnSpc>
                <a:spcPct val="90000"/>
              </a:lnSpc>
              <a:spcBef>
                <a:spcPts val="0"/>
              </a:spcBef>
              <a:spcAft>
                <a:spcPts val="0"/>
              </a:spcAft>
              <a:buSzPts val="6000"/>
              <a:buNone/>
            </a:pPr>
            <a:r>
              <a:rPr b="1" lang="en-US" sz="6600"/>
              <a:t>IBM University Engagement Project Submission</a:t>
            </a:r>
            <a:br>
              <a:rPr b="1" lang="en-US"/>
            </a:br>
            <a:endParaRPr/>
          </a:p>
        </p:txBody>
      </p:sp>
      <p:sp>
        <p:nvSpPr>
          <p:cNvPr id="79" name="Google Shape;79;p33"/>
          <p:cNvSpPr txBox="1"/>
          <p:nvPr>
            <p:ph idx="1" type="body"/>
          </p:nvPr>
        </p:nvSpPr>
        <p:spPr>
          <a:xfrm>
            <a:off x="1014730" y="3903663"/>
            <a:ext cx="10515600" cy="1500187"/>
          </a:xfrm>
          <a:prstGeom prst="rect">
            <a:avLst/>
          </a:prstGeom>
          <a:noFill/>
          <a:ln>
            <a:noFill/>
          </a:ln>
        </p:spPr>
        <p:txBody>
          <a:bodyPr anchorCtr="0" anchor="t" bIns="45700" lIns="91425" spcFirstLastPara="1" rIns="91425" wrap="square" tIns="45700">
            <a:normAutofit/>
          </a:bodyPr>
          <a:lstStyle/>
          <a:p>
            <a:pPr indent="-228600" lvl="0" marL="457200" rtl="0" algn="ctr">
              <a:lnSpc>
                <a:spcPct val="90000"/>
              </a:lnSpc>
              <a:spcBef>
                <a:spcPts val="1000"/>
              </a:spcBef>
              <a:spcAft>
                <a:spcPts val="0"/>
              </a:spcAft>
              <a:buSzPts val="2400"/>
              <a:buNone/>
            </a:pPr>
            <a:r>
              <a:rPr b="1" i="1" lang="en-US"/>
              <a:t>“Exploring the Power of Agentic AI with IBM Granite and IBM Bob”</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p2"/>
          <p:cNvSpPr/>
          <p:nvPr/>
        </p:nvSpPr>
        <p:spPr>
          <a:xfrm>
            <a:off x="690624" y="4425370"/>
            <a:ext cx="10795794" cy="199230"/>
          </a:xfrm>
          <a:prstGeom prst="rect">
            <a:avLst/>
          </a:prstGeom>
          <a:noFill/>
          <a:ln>
            <a:noFill/>
          </a:ln>
        </p:spPr>
        <p:txBody>
          <a:bodyPr anchorCtr="0" anchor="t" bIns="0" lIns="0" spcFirstLastPara="1" rIns="0" wrap="square" tIns="0">
            <a:noAutofit/>
          </a:bodyPr>
          <a:lstStyle/>
          <a:p>
            <a:pPr indent="0" lvl="0" marL="0" marR="0" rtl="0" algn="l">
              <a:lnSpc>
                <a:spcPct val="160000"/>
              </a:lnSpc>
              <a:spcBef>
                <a:spcPts val="0"/>
              </a:spcBef>
              <a:spcAft>
                <a:spcPts val="0"/>
              </a:spcAft>
              <a:buClr>
                <a:schemeClr val="dk1"/>
              </a:buClr>
              <a:buSzPts val="1500"/>
              <a:buFont typeface="Calibri"/>
              <a:buNone/>
            </a:pPr>
            <a:r>
              <a:t/>
            </a:r>
            <a:endParaRPr b="0" i="0" sz="1500" u="none" cap="none" strike="noStrike">
              <a:solidFill>
                <a:schemeClr val="dk1"/>
              </a:solidFill>
              <a:latin typeface="Times New Roman"/>
              <a:ea typeface="Times New Roman"/>
              <a:cs typeface="Times New Roman"/>
              <a:sym typeface="Times New Roman"/>
            </a:endParaRPr>
          </a:p>
        </p:txBody>
      </p:sp>
      <p:sp>
        <p:nvSpPr>
          <p:cNvPr id="85" name="Google Shape;85;p2"/>
          <p:cNvSpPr txBox="1"/>
          <p:nvPr/>
        </p:nvSpPr>
        <p:spPr>
          <a:xfrm>
            <a:off x="1102321" y="1174639"/>
            <a:ext cx="7426406" cy="451519"/>
          </a:xfrm>
          <a:prstGeom prst="rect">
            <a:avLst/>
          </a:prstGeom>
          <a:noFill/>
          <a:ln>
            <a:noFill/>
          </a:ln>
        </p:spPr>
        <p:txBody>
          <a:bodyPr anchorCtr="0" anchor="ctr" bIns="45700" lIns="91425" spcFirstLastPara="1" rIns="91425" wrap="square" tIns="45700">
            <a:noAutofit/>
          </a:bodyPr>
          <a:lstStyle/>
          <a:p>
            <a:pPr indent="0" lvl="0" marL="0" marR="0" rtl="0" algn="ctr">
              <a:lnSpc>
                <a:spcPct val="90000"/>
              </a:lnSpc>
              <a:spcBef>
                <a:spcPts val="0"/>
              </a:spcBef>
              <a:spcAft>
                <a:spcPts val="0"/>
              </a:spcAft>
              <a:buClr>
                <a:srgbClr val="002060"/>
              </a:buClr>
              <a:buSzPts val="3200"/>
              <a:buFont typeface="Times New Roman"/>
              <a:buNone/>
            </a:pPr>
            <a:r>
              <a:t/>
            </a:r>
            <a:endParaRPr b="1" i="0" sz="3200" u="none" cap="none" strike="noStrike">
              <a:solidFill>
                <a:srgbClr val="002060"/>
              </a:solidFill>
              <a:latin typeface="Times New Roman"/>
              <a:ea typeface="Times New Roman"/>
              <a:cs typeface="Times New Roman"/>
              <a:sym typeface="Times New Roman"/>
            </a:endParaRPr>
          </a:p>
        </p:txBody>
      </p:sp>
      <p:graphicFrame>
        <p:nvGraphicFramePr>
          <p:cNvPr id="86" name="Google Shape;86;p2"/>
          <p:cNvGraphicFramePr/>
          <p:nvPr/>
        </p:nvGraphicFramePr>
        <p:xfrm>
          <a:off x="359382" y="2369490"/>
          <a:ext cx="3000000" cy="3000000"/>
        </p:xfrm>
        <a:graphic>
          <a:graphicData uri="http://schemas.openxmlformats.org/drawingml/2006/table">
            <a:tbl>
              <a:tblPr>
                <a:noFill/>
                <a:tableStyleId>{068DDBF9-FEE4-4A03-B3DA-367B89B07C85}</a:tableStyleId>
              </a:tblPr>
              <a:tblGrid>
                <a:gridCol w="2518375"/>
                <a:gridCol w="2979975"/>
                <a:gridCol w="2979975"/>
                <a:gridCol w="2979975"/>
              </a:tblGrid>
              <a:tr h="1080650">
                <a:tc>
                  <a:txBody>
                    <a:bodyPr/>
                    <a:lstStyle/>
                    <a:p>
                      <a:pPr indent="0" lvl="0" marL="0" marR="0" rtl="0" algn="ctr">
                        <a:lnSpc>
                          <a:spcPct val="100000"/>
                        </a:lnSpc>
                        <a:spcBef>
                          <a:spcPts val="0"/>
                        </a:spcBef>
                        <a:spcAft>
                          <a:spcPts val="0"/>
                        </a:spcAft>
                        <a:buClr>
                          <a:srgbClr val="000000"/>
                        </a:buClr>
                        <a:buSzPts val="1800"/>
                        <a:buFont typeface="Arial"/>
                        <a:buNone/>
                      </a:pPr>
                      <a:r>
                        <a:rPr lang="en-US" sz="1800"/>
                        <a:t>Faculty </a:t>
                      </a:r>
                      <a:r>
                        <a:rPr lang="en-US" sz="1800" u="none" cap="none" strike="noStrike"/>
                        <a:t>Name</a:t>
                      </a:r>
                      <a:endParaRPr sz="1800" u="none" cap="none" strike="noStrike"/>
                    </a:p>
                  </a:txBody>
                  <a:tcPr marT="45725" marB="45725" marR="91450" marL="9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38100">
                      <a:solidFill>
                        <a:srgbClr val="FFFFFF"/>
                      </a:solidFill>
                      <a:prstDash val="solid"/>
                      <a:round/>
                      <a:headEnd len="sm" w="sm" type="none"/>
                      <a:tailEnd len="sm" w="sm" type="none"/>
                    </a:lnB>
                    <a:solidFill>
                      <a:srgbClr val="5B9BD5"/>
                    </a:solidFill>
                  </a:tcPr>
                </a:tc>
                <a:tc>
                  <a:txBody>
                    <a:bodyPr/>
                    <a:lstStyle/>
                    <a:p>
                      <a:pPr indent="0" lvl="0" marL="0" marR="0" rtl="0" algn="ctr">
                        <a:lnSpc>
                          <a:spcPct val="100000"/>
                        </a:lnSpc>
                        <a:spcBef>
                          <a:spcPts val="0"/>
                        </a:spcBef>
                        <a:spcAft>
                          <a:spcPts val="0"/>
                        </a:spcAft>
                        <a:buClr>
                          <a:srgbClr val="000000"/>
                        </a:buClr>
                        <a:buSzPts val="1800"/>
                        <a:buFont typeface="Arial"/>
                        <a:buNone/>
                      </a:pPr>
                      <a:r>
                        <a:rPr lang="en-US" sz="1800" u="none" cap="none" strike="noStrike"/>
                        <a:t>Recent Passport Photo</a:t>
                      </a:r>
                      <a:endParaRPr sz="1800" u="none" cap="none" strike="noStrike"/>
                    </a:p>
                  </a:txBody>
                  <a:tcPr marT="45725" marB="45725" marR="91450" marL="9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38100">
                      <a:solidFill>
                        <a:srgbClr val="FFFFFF"/>
                      </a:solidFill>
                      <a:prstDash val="solid"/>
                      <a:round/>
                      <a:headEnd len="sm" w="sm" type="none"/>
                      <a:tailEnd len="sm" w="sm" type="none"/>
                    </a:lnB>
                    <a:solidFill>
                      <a:srgbClr val="5B9BD5"/>
                    </a:solidFill>
                  </a:tcPr>
                </a:tc>
                <a:tc>
                  <a:txBody>
                    <a:bodyPr/>
                    <a:lstStyle/>
                    <a:p>
                      <a:pPr indent="0" lvl="0" marL="0" marR="0" rtl="0" algn="ctr">
                        <a:lnSpc>
                          <a:spcPct val="100000"/>
                        </a:lnSpc>
                        <a:spcBef>
                          <a:spcPts val="0"/>
                        </a:spcBef>
                        <a:spcAft>
                          <a:spcPts val="0"/>
                        </a:spcAft>
                        <a:buClr>
                          <a:srgbClr val="000000"/>
                        </a:buClr>
                        <a:buSzPts val="1800"/>
                        <a:buFont typeface="Arial"/>
                        <a:buNone/>
                      </a:pPr>
                      <a:r>
                        <a:rPr b="0" i="0" lang="en-US" sz="1800" u="none" cap="none" strike="noStrike">
                          <a:solidFill>
                            <a:srgbClr val="000000"/>
                          </a:solidFill>
                          <a:latin typeface="Arial"/>
                          <a:ea typeface="Arial"/>
                          <a:cs typeface="Arial"/>
                          <a:sym typeface="Arial"/>
                        </a:rPr>
                        <a:t>Email ID </a:t>
                      </a:r>
                      <a:endParaRPr b="0" i="0" sz="1800" u="none" cap="none" strike="noStrike">
                        <a:solidFill>
                          <a:srgbClr val="000000"/>
                        </a:solidFill>
                        <a:latin typeface="Arial"/>
                        <a:ea typeface="Arial"/>
                        <a:cs typeface="Arial"/>
                        <a:sym typeface="Arial"/>
                      </a:endParaRPr>
                    </a:p>
                  </a:txBody>
                  <a:tcPr marT="45725" marB="45725" marR="91450" marL="9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38100">
                      <a:solidFill>
                        <a:srgbClr val="FFFFFF"/>
                      </a:solidFill>
                      <a:prstDash val="solid"/>
                      <a:round/>
                      <a:headEnd len="sm" w="sm" type="none"/>
                      <a:tailEnd len="sm" w="sm" type="none"/>
                    </a:lnB>
                    <a:solidFill>
                      <a:srgbClr val="5B9BD5"/>
                    </a:solidFill>
                  </a:tcPr>
                </a:tc>
                <a:tc>
                  <a:txBody>
                    <a:bodyPr/>
                    <a:lstStyle/>
                    <a:p>
                      <a:pPr indent="0" lvl="0" marL="0" marR="0" rtl="0" algn="ctr">
                        <a:lnSpc>
                          <a:spcPct val="100000"/>
                        </a:lnSpc>
                        <a:spcBef>
                          <a:spcPts val="0"/>
                        </a:spcBef>
                        <a:spcAft>
                          <a:spcPts val="0"/>
                        </a:spcAft>
                        <a:buClr>
                          <a:schemeClr val="lt1"/>
                        </a:buClr>
                        <a:buSzPts val="1800"/>
                        <a:buFont typeface="Calibri"/>
                        <a:buNone/>
                      </a:pPr>
                      <a:r>
                        <a:rPr b="0" i="0" lang="en-US" sz="1800" u="none" cap="none" strike="noStrike">
                          <a:solidFill>
                            <a:srgbClr val="000000"/>
                          </a:solidFill>
                          <a:latin typeface="Arial"/>
                          <a:ea typeface="Arial"/>
                          <a:cs typeface="Arial"/>
                          <a:sym typeface="Arial"/>
                        </a:rPr>
                        <a:t>Mobile number</a:t>
                      </a:r>
                      <a:endParaRPr b="0" i="0" sz="18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chemeClr val="lt1"/>
                        </a:buClr>
                        <a:buSzPts val="1800"/>
                        <a:buFont typeface="Calibri"/>
                        <a:buNone/>
                      </a:pPr>
                      <a:r>
                        <a:rPr b="0" i="0" lang="en-US" sz="1800" u="none" cap="none" strike="noStrike">
                          <a:solidFill>
                            <a:srgbClr val="000000"/>
                          </a:solidFill>
                          <a:latin typeface="Arial"/>
                          <a:ea typeface="Arial"/>
                          <a:cs typeface="Arial"/>
                          <a:sym typeface="Arial"/>
                        </a:rPr>
                        <a:t>[WhatsApp] </a:t>
                      </a:r>
                      <a:endParaRPr b="0" i="0" sz="1800" u="none" cap="none" strike="noStrike">
                        <a:solidFill>
                          <a:srgbClr val="000000"/>
                        </a:solidFill>
                        <a:latin typeface="Arial"/>
                        <a:ea typeface="Arial"/>
                        <a:cs typeface="Arial"/>
                        <a:sym typeface="Arial"/>
                      </a:endParaRPr>
                    </a:p>
                  </a:txBody>
                  <a:tcPr marT="45725" marB="45725" marR="91450" marL="9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38100">
                      <a:solidFill>
                        <a:srgbClr val="FFFFFF"/>
                      </a:solidFill>
                      <a:prstDash val="solid"/>
                      <a:round/>
                      <a:headEnd len="sm" w="sm" type="none"/>
                      <a:tailEnd len="sm" w="sm" type="none"/>
                    </a:lnB>
                    <a:solidFill>
                      <a:srgbClr val="5B9BD5"/>
                    </a:solidFill>
                  </a:tcPr>
                </a:tc>
              </a:tr>
              <a:tr h="1325725">
                <a:tc>
                  <a:txBody>
                    <a:bodyPr/>
                    <a:lstStyle/>
                    <a:p>
                      <a:pPr indent="0" lvl="0" marL="0" marR="0" rtl="0" algn="ctr">
                        <a:lnSpc>
                          <a:spcPct val="100000"/>
                        </a:lnSpc>
                        <a:spcBef>
                          <a:spcPts val="0"/>
                        </a:spcBef>
                        <a:spcAft>
                          <a:spcPts val="0"/>
                        </a:spcAft>
                        <a:buClr>
                          <a:srgbClr val="000000"/>
                        </a:buClr>
                        <a:buSzPts val="1400"/>
                        <a:buFont typeface="Arial"/>
                        <a:buNone/>
                      </a:pPr>
                      <a:r>
                        <a:rPr lang="en-US"/>
                        <a:t>Vikas. Shanabhog</a:t>
                      </a:r>
                      <a:endParaRPr sz="1400" u="none" cap="none" strike="noStrike"/>
                    </a:p>
                  </a:txBody>
                  <a:tcPr marT="45725" marB="45725"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381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D0DEEF"/>
                    </a:solidFill>
                  </a:tcPr>
                </a:tc>
                <a:tc>
                  <a:txBody>
                    <a:bodyPr/>
                    <a:lstStyle/>
                    <a:p>
                      <a:pPr indent="0" lvl="0" marL="0" marR="0" rtl="0" algn="ctr">
                        <a:lnSpc>
                          <a:spcPct val="100000"/>
                        </a:lnSpc>
                        <a:spcBef>
                          <a:spcPts val="0"/>
                        </a:spcBef>
                        <a:spcAft>
                          <a:spcPts val="0"/>
                        </a:spcAft>
                        <a:buClr>
                          <a:srgbClr val="000000"/>
                        </a:buClr>
                        <a:buSzPts val="1800"/>
                        <a:buFont typeface="Arial"/>
                        <a:buNone/>
                      </a:pPr>
                      <a:r>
                        <a:t/>
                      </a:r>
                      <a:endParaRPr sz="1800" u="none" cap="none" strike="noStrike"/>
                    </a:p>
                  </a:txBody>
                  <a:tcPr marT="45725" marB="45725"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381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D0DEEF"/>
                    </a:solidFill>
                  </a:tcPr>
                </a:tc>
                <a:tc>
                  <a:txBody>
                    <a:bodyPr/>
                    <a:lstStyle/>
                    <a:p>
                      <a:pPr indent="0" lvl="0" marL="0" marR="0" rtl="0" algn="ctr">
                        <a:lnSpc>
                          <a:spcPct val="100000"/>
                        </a:lnSpc>
                        <a:spcBef>
                          <a:spcPts val="0"/>
                        </a:spcBef>
                        <a:spcAft>
                          <a:spcPts val="0"/>
                        </a:spcAft>
                        <a:buClr>
                          <a:srgbClr val="000000"/>
                        </a:buClr>
                        <a:buSzPts val="1400"/>
                        <a:buFont typeface="Arial"/>
                        <a:buNone/>
                      </a:pPr>
                      <a:r>
                        <a:rPr lang="en-US"/>
                        <a:t>vikas.v.shanabhog@gmail.com</a:t>
                      </a:r>
                      <a:endParaRPr sz="1400" u="none" cap="none" strike="noStrike"/>
                    </a:p>
                  </a:txBody>
                  <a:tcPr marT="45725" marB="45725"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381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D0DEEF"/>
                    </a:solidFill>
                  </a:tcPr>
                </a:tc>
                <a:tc>
                  <a:txBody>
                    <a:bodyPr/>
                    <a:lstStyle/>
                    <a:p>
                      <a:pPr indent="0" lvl="0" marL="0" marR="0" rtl="0" algn="ctr">
                        <a:lnSpc>
                          <a:spcPct val="100000"/>
                        </a:lnSpc>
                        <a:spcBef>
                          <a:spcPts val="0"/>
                        </a:spcBef>
                        <a:spcAft>
                          <a:spcPts val="0"/>
                        </a:spcAft>
                        <a:buClr>
                          <a:srgbClr val="000000"/>
                        </a:buClr>
                        <a:buSzPts val="1400"/>
                        <a:buFont typeface="Arial"/>
                        <a:buNone/>
                      </a:pPr>
                      <a:r>
                        <a:rPr lang="en-US"/>
                        <a:t>+91 8296689623</a:t>
                      </a:r>
                      <a:endParaRPr sz="1400" u="none" cap="none" strike="noStrike"/>
                    </a:p>
                  </a:txBody>
                  <a:tcPr marT="45725" marB="45725"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381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D0DEEF"/>
                    </a:solidFill>
                  </a:tcPr>
                </a:tc>
              </a:tr>
            </a:tbl>
          </a:graphicData>
        </a:graphic>
      </p:graphicFrame>
      <p:sp>
        <p:nvSpPr>
          <p:cNvPr id="87" name="Google Shape;87;p2"/>
          <p:cNvSpPr txBox="1"/>
          <p:nvPr/>
        </p:nvSpPr>
        <p:spPr>
          <a:xfrm>
            <a:off x="1206164" y="1460724"/>
            <a:ext cx="10280254" cy="461665"/>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400" u="none" cap="none" strike="noStrike">
                <a:solidFill>
                  <a:srgbClr val="000000"/>
                </a:solidFill>
                <a:latin typeface="Arial"/>
                <a:ea typeface="Arial"/>
                <a:cs typeface="Arial"/>
                <a:sym typeface="Arial"/>
              </a:rPr>
              <a:t>Domain of  Project – </a:t>
            </a:r>
            <a:r>
              <a:rPr b="1" lang="en-US" sz="2400"/>
              <a:t>Health care</a:t>
            </a:r>
            <a:endParaRPr b="1" i="0" sz="2400" u="none" cap="none" strike="noStrike">
              <a:solidFill>
                <a:srgbClr val="000000"/>
              </a:solidFill>
              <a:latin typeface="Arial"/>
              <a:ea typeface="Arial"/>
              <a:cs typeface="Arial"/>
              <a:sym typeface="Arial"/>
            </a:endParaRPr>
          </a:p>
        </p:txBody>
      </p:sp>
      <p:sp>
        <p:nvSpPr>
          <p:cNvPr id="88" name="Google Shape;88;p2"/>
          <p:cNvSpPr txBox="1"/>
          <p:nvPr/>
        </p:nvSpPr>
        <p:spPr>
          <a:xfrm>
            <a:off x="1206162" y="551965"/>
            <a:ext cx="95811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400" u="none" cap="none" strike="noStrike">
                <a:solidFill>
                  <a:srgbClr val="000000"/>
                </a:solidFill>
                <a:latin typeface="Arial"/>
                <a:ea typeface="Arial"/>
                <a:cs typeface="Arial"/>
                <a:sym typeface="Arial"/>
              </a:rPr>
              <a:t>Project Tile –</a:t>
            </a:r>
            <a:r>
              <a:rPr b="1" lang="en-US" sz="2400"/>
              <a:t> </a:t>
            </a:r>
            <a:r>
              <a:rPr b="1" lang="en-US" sz="2300">
                <a:solidFill>
                  <a:schemeClr val="dk1"/>
                </a:solidFill>
              </a:rPr>
              <a:t>MindGuard AI</a:t>
            </a:r>
            <a:endParaRPr b="1" sz="2400">
              <a:solidFill>
                <a:schemeClr val="dk1"/>
              </a:solidFill>
            </a:endParaRPr>
          </a:p>
        </p:txBody>
      </p:sp>
      <p:pic>
        <p:nvPicPr>
          <p:cNvPr id="89" name="Google Shape;89;p2" title="WhatsApp Image 2026-07-16 at 9.38.02 AM.jpeg"/>
          <p:cNvPicPr preferRelativeResize="0"/>
          <p:nvPr/>
        </p:nvPicPr>
        <p:blipFill>
          <a:blip r:embed="rId3">
            <a:alphaModFix/>
          </a:blip>
          <a:stretch>
            <a:fillRect/>
          </a:stretch>
        </p:blipFill>
        <p:spPr>
          <a:xfrm>
            <a:off x="3968249" y="3567200"/>
            <a:ext cx="733225" cy="97765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 name="Shape 93"/>
        <p:cNvGrpSpPr/>
        <p:nvPr/>
      </p:nvGrpSpPr>
      <p:grpSpPr>
        <a:xfrm>
          <a:off x="0" y="0"/>
          <a:ext cx="0" cy="0"/>
          <a:chOff x="0" y="0"/>
          <a:chExt cx="0" cy="0"/>
        </a:xfrm>
      </p:grpSpPr>
      <p:sp>
        <p:nvSpPr>
          <p:cNvPr id="94" name="Google Shape;94;p34"/>
          <p:cNvSpPr txBox="1"/>
          <p:nvPr/>
        </p:nvSpPr>
        <p:spPr>
          <a:xfrm>
            <a:off x="576072" y="1234440"/>
            <a:ext cx="10607100" cy="5588700"/>
          </a:xfrm>
          <a:prstGeom prst="rect">
            <a:avLst/>
          </a:prstGeom>
          <a:noFill/>
          <a:ln>
            <a:noFill/>
          </a:ln>
        </p:spPr>
        <p:txBody>
          <a:bodyPr anchorCtr="0" anchor="t" bIns="45700" lIns="91425" spcFirstLastPara="1" rIns="91425" wrap="square" tIns="45700">
            <a:spAutoFit/>
          </a:bodyPr>
          <a:lstStyle/>
          <a:p>
            <a:pPr indent="-323850" lvl="0" marL="457200" rtl="0" algn="just">
              <a:lnSpc>
                <a:spcPct val="115000"/>
              </a:lnSpc>
              <a:spcBef>
                <a:spcPts val="0"/>
              </a:spcBef>
              <a:spcAft>
                <a:spcPts val="0"/>
              </a:spcAft>
              <a:buSzPts val="1500"/>
              <a:buChar char="•"/>
            </a:pPr>
            <a:r>
              <a:rPr b="1" lang="en-US" sz="1500">
                <a:solidFill>
                  <a:schemeClr val="dk1"/>
                </a:solidFill>
              </a:rPr>
              <a:t>Problem Statement: Agentic AI for Mental Health Awareness &amp; Suicide Prevention</a:t>
            </a:r>
            <a:endParaRPr b="1" sz="1500">
              <a:solidFill>
                <a:schemeClr val="dk1"/>
              </a:solidFill>
            </a:endParaRPr>
          </a:p>
          <a:p>
            <a:pPr indent="-323850" lvl="0" marL="457200" rtl="0" algn="just">
              <a:lnSpc>
                <a:spcPct val="115000"/>
              </a:lnSpc>
              <a:spcBef>
                <a:spcPts val="0"/>
              </a:spcBef>
              <a:spcAft>
                <a:spcPts val="0"/>
              </a:spcAft>
              <a:buSzPts val="1500"/>
              <a:buChar char="•"/>
            </a:pPr>
            <a:r>
              <a:rPr b="1" lang="en-US" sz="1500">
                <a:solidFill>
                  <a:schemeClr val="dk1"/>
                </a:solidFill>
              </a:rPr>
              <a:t>The Challenge</a:t>
            </a:r>
            <a:endParaRPr b="1" sz="1500">
              <a:solidFill>
                <a:schemeClr val="dk1"/>
              </a:solidFill>
            </a:endParaRPr>
          </a:p>
          <a:p>
            <a:pPr indent="0" lvl="0" marL="457200" rtl="0" algn="just">
              <a:lnSpc>
                <a:spcPct val="115000"/>
              </a:lnSpc>
              <a:spcBef>
                <a:spcPts val="0"/>
              </a:spcBef>
              <a:spcAft>
                <a:spcPts val="0"/>
              </a:spcAft>
              <a:buNone/>
            </a:pPr>
            <a:r>
              <a:rPr lang="en-US" sz="1500">
                <a:solidFill>
                  <a:schemeClr val="dk1"/>
                </a:solidFill>
              </a:rPr>
              <a:t>Mental health issues such as depression, anxiety, and suicidal thoughts are growing worldwide. Stigma, lack of awareness, and limited access to timely help prevent many individuals from seeking support. Traditional systems are often reactive, leaving gaps in early detection and preventive care.</a:t>
            </a:r>
            <a:endParaRPr sz="1500">
              <a:solidFill>
                <a:schemeClr val="dk1"/>
              </a:solidFill>
            </a:endParaRPr>
          </a:p>
          <a:p>
            <a:pPr indent="-323850" lvl="0" marL="457200" rtl="0" algn="just">
              <a:lnSpc>
                <a:spcPct val="115000"/>
              </a:lnSpc>
              <a:spcBef>
                <a:spcPts val="800"/>
              </a:spcBef>
              <a:spcAft>
                <a:spcPts val="0"/>
              </a:spcAft>
              <a:buSzPts val="1500"/>
              <a:buChar char="•"/>
            </a:pPr>
            <a:r>
              <a:rPr b="1" lang="en-US" sz="1500">
                <a:solidFill>
                  <a:schemeClr val="dk1"/>
                </a:solidFill>
              </a:rPr>
              <a:t>The Objective     	</a:t>
            </a:r>
            <a:endParaRPr b="1" sz="1500">
              <a:solidFill>
                <a:schemeClr val="dk1"/>
              </a:solidFill>
            </a:endParaRPr>
          </a:p>
          <a:p>
            <a:pPr indent="0" lvl="0" marL="457200" rtl="0" algn="just">
              <a:lnSpc>
                <a:spcPct val="115000"/>
              </a:lnSpc>
              <a:spcBef>
                <a:spcPts val="0"/>
              </a:spcBef>
              <a:spcAft>
                <a:spcPts val="0"/>
              </a:spcAft>
              <a:buNone/>
            </a:pPr>
            <a:r>
              <a:rPr lang="en-US" sz="1500">
                <a:solidFill>
                  <a:schemeClr val="dk1"/>
                </a:solidFill>
              </a:rPr>
              <a:t>Build an Agentic AI-powered Mental Health Awareness &amp; Suicide Prevention Agent that is empathetic, proactive, and safe. The solution should:</a:t>
            </a:r>
            <a:endParaRPr sz="1500">
              <a:solidFill>
                <a:schemeClr val="dk1"/>
              </a:solidFill>
            </a:endParaRPr>
          </a:p>
          <a:p>
            <a:pPr indent="0" lvl="0" marL="914400" rtl="0" algn="just">
              <a:lnSpc>
                <a:spcPct val="115000"/>
              </a:lnSpc>
              <a:spcBef>
                <a:spcPts val="0"/>
              </a:spcBef>
              <a:spcAft>
                <a:spcPts val="0"/>
              </a:spcAft>
              <a:buNone/>
            </a:pPr>
            <a:r>
              <a:rPr lang="en-US" sz="1500">
                <a:solidFill>
                  <a:schemeClr val="dk1"/>
                </a:solidFill>
              </a:rPr>
              <a:t>1.    </a:t>
            </a:r>
            <a:r>
              <a:rPr b="1" lang="en-US" sz="1500">
                <a:solidFill>
                  <a:schemeClr val="dk1"/>
                </a:solidFill>
              </a:rPr>
              <a:t>Promote Awareness &amp; Education </a:t>
            </a:r>
            <a:r>
              <a:rPr lang="en-US" sz="1500">
                <a:solidFill>
                  <a:schemeClr val="dk1"/>
                </a:solidFill>
              </a:rPr>
              <a:t>– Share accessible resources on mindfulness, coping strategies, and self-care.</a:t>
            </a:r>
            <a:endParaRPr sz="1500">
              <a:solidFill>
                <a:schemeClr val="dk1"/>
              </a:solidFill>
            </a:endParaRPr>
          </a:p>
          <a:p>
            <a:pPr indent="0" lvl="0" marL="914400" rtl="0" algn="just">
              <a:lnSpc>
                <a:spcPct val="115000"/>
              </a:lnSpc>
              <a:spcBef>
                <a:spcPts val="0"/>
              </a:spcBef>
              <a:spcAft>
                <a:spcPts val="0"/>
              </a:spcAft>
              <a:buNone/>
            </a:pPr>
            <a:r>
              <a:rPr lang="en-US" sz="1500">
                <a:solidFill>
                  <a:schemeClr val="dk1"/>
                </a:solidFill>
              </a:rPr>
              <a:t>2.    </a:t>
            </a:r>
            <a:r>
              <a:rPr b="1" lang="en-US" sz="1500">
                <a:solidFill>
                  <a:schemeClr val="dk1"/>
                </a:solidFill>
              </a:rPr>
              <a:t>Enable Early Detection (RAG) </a:t>
            </a:r>
            <a:r>
              <a:rPr lang="en-US" sz="1500">
                <a:solidFill>
                  <a:schemeClr val="dk1"/>
                </a:solidFill>
              </a:rPr>
              <a:t>– Use Retrieval-Augmented Generation to identify distress signals in conversations, journaling inputs, or safe online data.</a:t>
            </a:r>
            <a:endParaRPr sz="1500">
              <a:solidFill>
                <a:schemeClr val="dk1"/>
              </a:solidFill>
            </a:endParaRPr>
          </a:p>
          <a:p>
            <a:pPr indent="0" lvl="0" marL="914400" rtl="0" algn="just">
              <a:lnSpc>
                <a:spcPct val="115000"/>
              </a:lnSpc>
              <a:spcBef>
                <a:spcPts val="0"/>
              </a:spcBef>
              <a:spcAft>
                <a:spcPts val="0"/>
              </a:spcAft>
              <a:buNone/>
            </a:pPr>
            <a:r>
              <a:rPr lang="en-US" sz="1500">
                <a:solidFill>
                  <a:schemeClr val="dk1"/>
                </a:solidFill>
              </a:rPr>
              <a:t>3.    </a:t>
            </a:r>
            <a:r>
              <a:rPr b="1" lang="en-US" sz="1500">
                <a:solidFill>
                  <a:schemeClr val="dk1"/>
                </a:solidFill>
              </a:rPr>
              <a:t>Provide Empathetic Support – </a:t>
            </a:r>
            <a:r>
              <a:rPr lang="en-US" sz="1500">
                <a:solidFill>
                  <a:schemeClr val="dk1"/>
                </a:solidFill>
              </a:rPr>
              <a:t>Build a conversational agent that listens actively and responds with empathy (with clear disclaimers: not a substitute for professional medical advice).</a:t>
            </a:r>
            <a:endParaRPr sz="1500">
              <a:solidFill>
                <a:schemeClr val="dk1"/>
              </a:solidFill>
            </a:endParaRPr>
          </a:p>
          <a:p>
            <a:pPr indent="0" lvl="0" marL="914400" rtl="0" algn="just">
              <a:lnSpc>
                <a:spcPct val="115000"/>
              </a:lnSpc>
              <a:spcBef>
                <a:spcPts val="0"/>
              </a:spcBef>
              <a:spcAft>
                <a:spcPts val="0"/>
              </a:spcAft>
              <a:buNone/>
            </a:pPr>
            <a:r>
              <a:rPr lang="en-US" sz="1500">
                <a:solidFill>
                  <a:schemeClr val="dk1"/>
                </a:solidFill>
              </a:rPr>
              <a:t>4.    </a:t>
            </a:r>
            <a:r>
              <a:rPr b="1" lang="en-US" sz="1500">
                <a:solidFill>
                  <a:schemeClr val="dk1"/>
                </a:solidFill>
              </a:rPr>
              <a:t>Predict &amp; Prevent Risks – </a:t>
            </a:r>
            <a:r>
              <a:rPr lang="en-US" sz="1500">
                <a:solidFill>
                  <a:schemeClr val="dk1"/>
                </a:solidFill>
              </a:rPr>
              <a:t>Forecast stress peaks, suggest preventive strategies, and issue alerts when high-risk signals are detected (with consent).</a:t>
            </a:r>
            <a:endParaRPr sz="1500">
              <a:solidFill>
                <a:schemeClr val="dk1"/>
              </a:solidFill>
            </a:endParaRPr>
          </a:p>
          <a:p>
            <a:pPr indent="0" lvl="0" marL="914400" rtl="0" algn="just">
              <a:lnSpc>
                <a:spcPct val="115000"/>
              </a:lnSpc>
              <a:spcBef>
                <a:spcPts val="0"/>
              </a:spcBef>
              <a:spcAft>
                <a:spcPts val="0"/>
              </a:spcAft>
              <a:buNone/>
            </a:pPr>
            <a:r>
              <a:rPr lang="en-US" sz="1500">
                <a:solidFill>
                  <a:schemeClr val="dk1"/>
                </a:solidFill>
              </a:rPr>
              <a:t>5.    </a:t>
            </a:r>
            <a:r>
              <a:rPr b="1" lang="en-US" sz="1500">
                <a:solidFill>
                  <a:schemeClr val="dk1"/>
                </a:solidFill>
              </a:rPr>
              <a:t>Connect to Human Support – </a:t>
            </a:r>
            <a:r>
              <a:rPr lang="en-US" sz="1500">
                <a:solidFill>
                  <a:schemeClr val="dk1"/>
                </a:solidFill>
              </a:rPr>
              <a:t>Link users to helplines, counselors, or community support for timely intervention.</a:t>
            </a:r>
            <a:endParaRPr sz="1500">
              <a:solidFill>
                <a:schemeClr val="dk1"/>
              </a:solidFill>
            </a:endParaRPr>
          </a:p>
          <a:p>
            <a:pPr indent="-323850" lvl="0" marL="457200" rtl="0" algn="just">
              <a:lnSpc>
                <a:spcPct val="115000"/>
              </a:lnSpc>
              <a:spcBef>
                <a:spcPts val="800"/>
              </a:spcBef>
              <a:spcAft>
                <a:spcPts val="0"/>
              </a:spcAft>
              <a:buClr>
                <a:schemeClr val="dk1"/>
              </a:buClr>
              <a:buSzPts val="1500"/>
              <a:buChar char="•"/>
            </a:pPr>
            <a:r>
              <a:rPr b="1" lang="en-US" sz="1500">
                <a:solidFill>
                  <a:schemeClr val="dk1"/>
                </a:solidFill>
              </a:rPr>
              <a:t>Tech Stack (Mandatory)</a:t>
            </a:r>
            <a:endParaRPr b="1" sz="1500">
              <a:solidFill>
                <a:schemeClr val="dk1"/>
              </a:solidFill>
            </a:endParaRPr>
          </a:p>
          <a:p>
            <a:pPr indent="0" lvl="0" marL="457200" marR="0" rtl="0" algn="just">
              <a:lnSpc>
                <a:spcPct val="100000"/>
              </a:lnSpc>
              <a:spcBef>
                <a:spcPts val="0"/>
              </a:spcBef>
              <a:spcAft>
                <a:spcPts val="0"/>
              </a:spcAft>
              <a:buNone/>
            </a:pPr>
            <a:r>
              <a:rPr lang="en-US" sz="1500">
                <a:solidFill>
                  <a:schemeClr val="dk1"/>
                </a:solidFill>
              </a:rPr>
              <a:t>IBM Langflow / IBM Orchestrate + IBM Models </a:t>
            </a:r>
            <a:r>
              <a:rPr i="0" lang="en-US" sz="1600" u="none" cap="none" strike="noStrike">
                <a:solidFill>
                  <a:srgbClr val="000000"/>
                </a:solidFill>
              </a:rPr>
              <a:t> </a:t>
            </a:r>
            <a:endParaRPr b="0" i="0" sz="1500" u="none" cap="none" strike="noStrike">
              <a:solidFill>
                <a:srgbClr val="000000"/>
              </a:solidFill>
              <a:latin typeface="Arial"/>
              <a:ea typeface="Arial"/>
              <a:cs typeface="Arial"/>
              <a:sym typeface="Arial"/>
            </a:endParaRPr>
          </a:p>
        </p:txBody>
      </p:sp>
      <p:sp>
        <p:nvSpPr>
          <p:cNvPr id="95" name="Google Shape;95;p34"/>
          <p:cNvSpPr txBox="1"/>
          <p:nvPr/>
        </p:nvSpPr>
        <p:spPr>
          <a:xfrm>
            <a:off x="576072" y="704088"/>
            <a:ext cx="7214616" cy="461665"/>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400" u="none" cap="none" strike="noStrike">
                <a:solidFill>
                  <a:srgbClr val="000000"/>
                </a:solidFill>
                <a:latin typeface="Arial"/>
                <a:ea typeface="Arial"/>
                <a:cs typeface="Arial"/>
                <a:sym typeface="Arial"/>
              </a:rPr>
              <a:t>Problem Statement -</a:t>
            </a:r>
            <a:endParaRPr b="1" i="0" sz="2400" u="none" cap="none" strike="noStrike">
              <a:solidFill>
                <a:srgbClr val="000000"/>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sp>
        <p:nvSpPr>
          <p:cNvPr id="100" name="Google Shape;100;p35"/>
          <p:cNvSpPr txBox="1"/>
          <p:nvPr/>
        </p:nvSpPr>
        <p:spPr>
          <a:xfrm>
            <a:off x="576072" y="1234440"/>
            <a:ext cx="10607100" cy="5002500"/>
          </a:xfrm>
          <a:prstGeom prst="rect">
            <a:avLst/>
          </a:prstGeom>
          <a:noFill/>
          <a:ln>
            <a:noFill/>
          </a:ln>
        </p:spPr>
        <p:txBody>
          <a:bodyPr anchorCtr="0" anchor="t" bIns="45700" lIns="91425" spcFirstLastPara="1" rIns="91425" wrap="square" tIns="45700">
            <a:spAutoFit/>
          </a:bodyPr>
          <a:lstStyle/>
          <a:p>
            <a:pPr indent="-355600" lvl="0" marL="457200" rtl="0" algn="just">
              <a:lnSpc>
                <a:spcPct val="115000"/>
              </a:lnSpc>
              <a:spcBef>
                <a:spcPts val="0"/>
              </a:spcBef>
              <a:spcAft>
                <a:spcPts val="0"/>
              </a:spcAft>
              <a:buClr>
                <a:schemeClr val="dk1"/>
              </a:buClr>
              <a:buSzPts val="2000"/>
              <a:buChar char="●"/>
            </a:pPr>
            <a:r>
              <a:rPr lang="en-US" sz="2000">
                <a:solidFill>
                  <a:schemeClr val="dk1"/>
                </a:solidFill>
              </a:rPr>
              <a:t>MindCare AI is an Agentic AI mental wellness assistant built using IBM Orchestrate, IBM Langflow, and IBM Granite Models to provide intelligent, coordinated mental health support.</a:t>
            </a:r>
            <a:endParaRPr sz="2000">
              <a:solidFill>
                <a:schemeClr val="dk1"/>
              </a:solidFill>
            </a:endParaRPr>
          </a:p>
          <a:p>
            <a:pPr indent="-355600" lvl="0" marL="457200" rtl="0" algn="just">
              <a:lnSpc>
                <a:spcPct val="115000"/>
              </a:lnSpc>
              <a:spcBef>
                <a:spcPts val="0"/>
              </a:spcBef>
              <a:spcAft>
                <a:spcPts val="0"/>
              </a:spcAft>
              <a:buClr>
                <a:schemeClr val="dk1"/>
              </a:buClr>
              <a:buSzPts val="2000"/>
              <a:buChar char="●"/>
            </a:pPr>
            <a:r>
              <a:rPr lang="en-US" sz="2000">
                <a:solidFill>
                  <a:schemeClr val="dk1"/>
                </a:solidFill>
              </a:rPr>
              <a:t>It promotes mental health awareness through personalized self-care tips, mindfulness exercises, and RAG-based evidence-backed guidance from trusted mental health resources.</a:t>
            </a:r>
            <a:endParaRPr sz="2000">
              <a:solidFill>
                <a:schemeClr val="dk1"/>
              </a:solidFill>
            </a:endParaRPr>
          </a:p>
          <a:p>
            <a:pPr indent="-355600" lvl="0" marL="457200" rtl="0" algn="just">
              <a:lnSpc>
                <a:spcPct val="115000"/>
              </a:lnSpc>
              <a:spcBef>
                <a:spcPts val="0"/>
              </a:spcBef>
              <a:spcAft>
                <a:spcPts val="0"/>
              </a:spcAft>
              <a:buClr>
                <a:schemeClr val="dk1"/>
              </a:buClr>
              <a:buSzPts val="2000"/>
              <a:buChar char="●"/>
            </a:pPr>
            <a:r>
              <a:rPr lang="en-US" sz="2000">
                <a:solidFill>
                  <a:schemeClr val="dk1"/>
                </a:solidFill>
              </a:rPr>
              <a:t>The system analyzes conversations, journal entries, mood logs, sleep patterns, and optional wearable data (with user consent) to detect early signs of stress, anxiety, depression, and burnout.</a:t>
            </a:r>
            <a:endParaRPr sz="2000">
              <a:solidFill>
                <a:schemeClr val="dk1"/>
              </a:solidFill>
            </a:endParaRPr>
          </a:p>
          <a:p>
            <a:pPr indent="-355600" lvl="0" marL="457200" rtl="0" algn="just">
              <a:lnSpc>
                <a:spcPct val="115000"/>
              </a:lnSpc>
              <a:spcBef>
                <a:spcPts val="0"/>
              </a:spcBef>
              <a:spcAft>
                <a:spcPts val="0"/>
              </a:spcAft>
              <a:buClr>
                <a:schemeClr val="dk1"/>
              </a:buClr>
              <a:buSzPts val="2000"/>
              <a:buChar char="●"/>
            </a:pPr>
            <a:r>
              <a:rPr lang="en-US" sz="2000">
                <a:solidFill>
                  <a:schemeClr val="dk1"/>
                </a:solidFill>
              </a:rPr>
              <a:t>It provides empathetic, non-judgmental support and proactively predicts mental health risks, while clearly stating that it is not a substitute for professional medical care.</a:t>
            </a:r>
            <a:endParaRPr sz="2000">
              <a:solidFill>
                <a:schemeClr val="dk1"/>
              </a:solidFill>
            </a:endParaRPr>
          </a:p>
          <a:p>
            <a:pPr indent="-355600" lvl="0" marL="457200" rtl="0" algn="just">
              <a:lnSpc>
                <a:spcPct val="115000"/>
              </a:lnSpc>
              <a:spcBef>
                <a:spcPts val="0"/>
              </a:spcBef>
              <a:spcAft>
                <a:spcPts val="0"/>
              </a:spcAft>
              <a:buClr>
                <a:schemeClr val="dk1"/>
              </a:buClr>
              <a:buSzPts val="2000"/>
              <a:buChar char="●"/>
            </a:pPr>
            <a:r>
              <a:rPr lang="en-US" sz="2000">
                <a:solidFill>
                  <a:schemeClr val="dk1"/>
                </a:solidFill>
              </a:rPr>
              <a:t>In high-risk situations, the AI safely escalates users to helplines, counselors, or trusted contacts (with consent), while ensuring privacy, encryption, and responsible AI safety guardrails.</a:t>
            </a:r>
            <a:endParaRPr sz="2300">
              <a:solidFill>
                <a:schemeClr val="dk1"/>
              </a:solidFill>
            </a:endParaRPr>
          </a:p>
        </p:txBody>
      </p:sp>
      <p:sp>
        <p:nvSpPr>
          <p:cNvPr id="101" name="Google Shape;101;p35"/>
          <p:cNvSpPr txBox="1"/>
          <p:nvPr/>
        </p:nvSpPr>
        <p:spPr>
          <a:xfrm>
            <a:off x="576072" y="704088"/>
            <a:ext cx="7214616" cy="461665"/>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400" u="none" cap="none" strike="noStrike">
                <a:solidFill>
                  <a:srgbClr val="000000"/>
                </a:solidFill>
                <a:latin typeface="Arial"/>
                <a:ea typeface="Arial"/>
                <a:cs typeface="Arial"/>
                <a:sym typeface="Arial"/>
              </a:rPr>
              <a:t>Proposed Solution -</a:t>
            </a:r>
            <a:endParaRPr b="1" i="0" sz="2400" u="none" cap="none" strike="noStrike">
              <a:solidFill>
                <a:srgbClr val="000000"/>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 name="Shape 105"/>
        <p:cNvGrpSpPr/>
        <p:nvPr/>
      </p:nvGrpSpPr>
      <p:grpSpPr>
        <a:xfrm>
          <a:off x="0" y="0"/>
          <a:ext cx="0" cy="0"/>
          <a:chOff x="0" y="0"/>
          <a:chExt cx="0" cy="0"/>
        </a:xfrm>
      </p:grpSpPr>
      <p:sp>
        <p:nvSpPr>
          <p:cNvPr id="106" name="Google Shape;106;p36"/>
          <p:cNvSpPr txBox="1"/>
          <p:nvPr/>
        </p:nvSpPr>
        <p:spPr>
          <a:xfrm>
            <a:off x="777240" y="484632"/>
            <a:ext cx="7123176" cy="461665"/>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400" u="none" cap="none" strike="noStrike">
                <a:solidFill>
                  <a:srgbClr val="000000"/>
                </a:solidFill>
                <a:latin typeface="Arial"/>
                <a:ea typeface="Arial"/>
                <a:cs typeface="Arial"/>
                <a:sym typeface="Arial"/>
              </a:rPr>
              <a:t>Technology Used</a:t>
            </a:r>
            <a:endParaRPr b="1" i="0" sz="2400" u="none" cap="none" strike="noStrike">
              <a:solidFill>
                <a:srgbClr val="000000"/>
              </a:solidFill>
              <a:latin typeface="Arial"/>
              <a:ea typeface="Arial"/>
              <a:cs typeface="Arial"/>
              <a:sym typeface="Arial"/>
            </a:endParaRPr>
          </a:p>
        </p:txBody>
      </p:sp>
      <p:sp>
        <p:nvSpPr>
          <p:cNvPr id="107" name="Google Shape;107;p36"/>
          <p:cNvSpPr txBox="1"/>
          <p:nvPr/>
        </p:nvSpPr>
        <p:spPr>
          <a:xfrm>
            <a:off x="777240" y="1207008"/>
            <a:ext cx="10515600" cy="550920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800"/>
              <a:buFont typeface="Arial"/>
              <a:buChar char="•"/>
            </a:pPr>
            <a:r>
              <a:rPr b="1" i="0" lang="en-US" sz="1800" u="none" cap="none" strike="noStrike">
                <a:solidFill>
                  <a:srgbClr val="000000"/>
                </a:solidFill>
                <a:latin typeface="Arial"/>
                <a:ea typeface="Arial"/>
                <a:cs typeface="Arial"/>
                <a:sym typeface="Arial"/>
              </a:rPr>
              <a:t>IBM Bob platform </a:t>
            </a:r>
            <a:r>
              <a:rPr b="0" i="0" lang="en-US" sz="1800" u="none" cap="none" strike="noStrike">
                <a:solidFill>
                  <a:srgbClr val="000000"/>
                </a:solidFill>
                <a:latin typeface="Arial"/>
                <a:ea typeface="Arial"/>
                <a:cs typeface="Arial"/>
                <a:sym typeface="Arial"/>
              </a:rPr>
              <a:t>-For designing and orchestrating multi-agent workflows visually</a:t>
            </a:r>
            <a:endParaRPr/>
          </a:p>
          <a:p>
            <a:pPr indent="-171450" lvl="0" marL="28575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a:p>
            <a:pPr indent="-171450" lvl="0" marL="28575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a:p>
            <a:pPr indent="-285750" lvl="0" marL="285750" marR="0" rtl="0" algn="l">
              <a:lnSpc>
                <a:spcPct val="100000"/>
              </a:lnSpc>
              <a:spcBef>
                <a:spcPts val="0"/>
              </a:spcBef>
              <a:spcAft>
                <a:spcPts val="0"/>
              </a:spcAft>
              <a:buClr>
                <a:srgbClr val="000000"/>
              </a:buClr>
              <a:buSzPts val="1800"/>
              <a:buFont typeface="Arial"/>
              <a:buChar char="•"/>
            </a:pPr>
            <a:r>
              <a:rPr b="1" i="0" lang="en-US" sz="1800" u="none" cap="none" strike="noStrike">
                <a:solidFill>
                  <a:srgbClr val="000000"/>
                </a:solidFill>
                <a:latin typeface="Arial"/>
                <a:ea typeface="Arial"/>
                <a:cs typeface="Arial"/>
                <a:sym typeface="Arial"/>
              </a:rPr>
              <a:t>IBM Grainte model </a:t>
            </a:r>
            <a:r>
              <a:rPr b="0" i="0" lang="en-US" sz="1800" u="none" cap="none" strike="noStrike">
                <a:solidFill>
                  <a:srgbClr val="000000"/>
                </a:solidFill>
                <a:latin typeface="Arial"/>
                <a:ea typeface="Arial"/>
                <a:cs typeface="Arial"/>
                <a:sym typeface="Arial"/>
              </a:rPr>
              <a:t>-  for eg – ibm-granite-3-2-8b – For natural language understanding, reasoning, and personalization</a:t>
            </a:r>
            <a:endParaRPr/>
          </a:p>
          <a:p>
            <a:pPr indent="-171450" lvl="0" marL="28575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a:p>
            <a:pPr indent="-285750" lvl="0" marL="285750" marR="0" rtl="0" algn="l">
              <a:lnSpc>
                <a:spcPct val="100000"/>
              </a:lnSpc>
              <a:spcBef>
                <a:spcPts val="0"/>
              </a:spcBef>
              <a:spcAft>
                <a:spcPts val="0"/>
              </a:spcAft>
              <a:buClr>
                <a:srgbClr val="000000"/>
              </a:buClr>
              <a:buSzPts val="1800"/>
              <a:buFont typeface="Arial"/>
              <a:buChar char="•"/>
            </a:pPr>
            <a:r>
              <a:rPr b="1" i="0" lang="en-US" sz="1800" u="none" cap="none" strike="noStrike">
                <a:solidFill>
                  <a:srgbClr val="000000"/>
                </a:solidFill>
                <a:latin typeface="Arial"/>
                <a:ea typeface="Arial"/>
                <a:cs typeface="Arial"/>
                <a:sym typeface="Arial"/>
              </a:rPr>
              <a:t>IBM Cloud </a:t>
            </a:r>
            <a:r>
              <a:rPr b="0" i="0" lang="en-US" sz="1800" u="none" cap="none" strike="noStrike">
                <a:solidFill>
                  <a:srgbClr val="000000"/>
                </a:solidFill>
                <a:latin typeface="Arial"/>
                <a:ea typeface="Arial"/>
                <a:cs typeface="Arial"/>
                <a:sym typeface="Arial"/>
              </a:rPr>
              <a:t>– It provides the infrastructure to build, deploy, and scale the Nutrition Agent efficiently. IBM Cloud enables a </a:t>
            </a:r>
            <a:r>
              <a:rPr b="1" i="0" lang="en-US" sz="1800" u="none" cap="none" strike="noStrike">
                <a:solidFill>
                  <a:srgbClr val="000000"/>
                </a:solidFill>
                <a:latin typeface="Arial"/>
                <a:ea typeface="Arial"/>
                <a:cs typeface="Arial"/>
                <a:sym typeface="Arial"/>
              </a:rPr>
              <a:t>reliable, secure, and scalable environment</a:t>
            </a:r>
            <a:r>
              <a:rPr b="0" i="0" lang="en-US" sz="1800" u="none" cap="none" strike="noStrike">
                <a:solidFill>
                  <a:srgbClr val="000000"/>
                </a:solidFill>
                <a:latin typeface="Arial"/>
                <a:ea typeface="Arial"/>
                <a:cs typeface="Arial"/>
                <a:sym typeface="Arial"/>
              </a:rPr>
              <a:t> for deploying the Nutrition Agent.</a:t>
            </a:r>
            <a:endParaRPr/>
          </a:p>
          <a:p>
            <a:pPr indent="-171450" lvl="0" marL="28575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a:p>
            <a:pPr indent="-285750" lvl="0" marL="285750" marR="0" rtl="0" algn="l">
              <a:lnSpc>
                <a:spcPct val="100000"/>
              </a:lnSpc>
              <a:spcBef>
                <a:spcPts val="0"/>
              </a:spcBef>
              <a:spcAft>
                <a:spcPts val="0"/>
              </a:spcAft>
              <a:buClr>
                <a:srgbClr val="000000"/>
              </a:buClr>
              <a:buSzPts val="1800"/>
              <a:buFont typeface="Arial"/>
              <a:buChar char="•"/>
            </a:pPr>
            <a:r>
              <a:rPr b="1" i="0" lang="en-US" sz="1800" u="none" cap="none" strike="noStrike">
                <a:solidFill>
                  <a:srgbClr val="000000"/>
                </a:solidFill>
                <a:latin typeface="Arial"/>
                <a:ea typeface="Arial"/>
                <a:cs typeface="Arial"/>
                <a:sym typeface="Arial"/>
              </a:rPr>
              <a:t>RAG– </a:t>
            </a:r>
            <a:r>
              <a:rPr b="0" i="0" lang="en-US" sz="1800" u="none" cap="none" strike="noStrike">
                <a:solidFill>
                  <a:srgbClr val="000000"/>
                </a:solidFill>
                <a:latin typeface="Arial"/>
                <a:ea typeface="Arial"/>
                <a:cs typeface="Arial"/>
                <a:sym typeface="Arial"/>
              </a:rPr>
              <a:t>RAG to </a:t>
            </a:r>
            <a:r>
              <a:rPr b="1" i="0" lang="en-US" sz="1800" u="none" cap="none" strike="noStrike">
                <a:solidFill>
                  <a:srgbClr val="000000"/>
                </a:solidFill>
                <a:latin typeface="Arial"/>
                <a:ea typeface="Arial"/>
                <a:cs typeface="Arial"/>
                <a:sym typeface="Arial"/>
              </a:rPr>
              <a:t>fetch real data first, then generate intelligent answers</a:t>
            </a:r>
            <a:r>
              <a:rPr b="0" i="0" lang="en-US" sz="1800" u="none" cap="none" strike="noStrike">
                <a:solidFill>
                  <a:srgbClr val="000000"/>
                </a:solidFill>
                <a:latin typeface="Arial"/>
                <a:ea typeface="Arial"/>
                <a:cs typeface="Arial"/>
                <a:sym typeface="Arial"/>
              </a:rPr>
              <a:t>, making the Nutrition Agent more trustworthy and effective.</a:t>
            </a:r>
            <a:endParaRPr/>
          </a:p>
          <a:p>
            <a:pPr indent="-171450" lvl="0" marL="28575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a:p>
            <a:pPr indent="-285750" lvl="0" marL="285750" marR="0" rtl="0" algn="l">
              <a:lnSpc>
                <a:spcPct val="100000"/>
              </a:lnSpc>
              <a:spcBef>
                <a:spcPts val="0"/>
              </a:spcBef>
              <a:spcAft>
                <a:spcPts val="0"/>
              </a:spcAft>
              <a:buClr>
                <a:srgbClr val="000000"/>
              </a:buClr>
              <a:buSzPts val="1800"/>
              <a:buFont typeface="Arial"/>
              <a:buChar char="•"/>
            </a:pPr>
            <a:r>
              <a:rPr b="1" i="0" lang="en-US" sz="1800" u="none" cap="none" strike="noStrike">
                <a:solidFill>
                  <a:srgbClr val="000000"/>
                </a:solidFill>
                <a:latin typeface="Arial"/>
                <a:ea typeface="Arial"/>
                <a:cs typeface="Arial"/>
                <a:sym typeface="Arial"/>
              </a:rPr>
              <a:t>IBM Watsonx.ai - </a:t>
            </a:r>
            <a:r>
              <a:rPr b="0" i="0" lang="en-US" sz="1800" u="none" cap="none" strike="noStrike">
                <a:solidFill>
                  <a:srgbClr val="000000"/>
                </a:solidFill>
                <a:latin typeface="Arial"/>
                <a:ea typeface="Arial"/>
                <a:cs typeface="Arial"/>
                <a:sym typeface="Arial"/>
              </a:rPr>
              <a:t>For model deployment, embeddings, and AI governance</a:t>
            </a:r>
            <a:endParaRPr/>
          </a:p>
          <a:p>
            <a:pPr indent="-171450" lvl="0" marL="28575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a:p>
            <a:pPr indent="-285750" lvl="0" marL="285750" marR="0" rtl="0" algn="l">
              <a:lnSpc>
                <a:spcPct val="100000"/>
              </a:lnSpc>
              <a:spcBef>
                <a:spcPts val="0"/>
              </a:spcBef>
              <a:spcAft>
                <a:spcPts val="0"/>
              </a:spcAft>
              <a:buClr>
                <a:srgbClr val="000000"/>
              </a:buClr>
              <a:buSzPts val="1800"/>
              <a:buFont typeface="Arial"/>
              <a:buChar char="•"/>
            </a:pPr>
            <a:r>
              <a:rPr b="1" i="0" lang="en-US" sz="1800" u="none" cap="none" strike="noStrike">
                <a:solidFill>
                  <a:srgbClr val="000000"/>
                </a:solidFill>
                <a:latin typeface="Arial"/>
                <a:ea typeface="Arial"/>
                <a:cs typeface="Arial"/>
                <a:sym typeface="Arial"/>
              </a:rPr>
              <a:t>Vector Database </a:t>
            </a:r>
            <a:r>
              <a:rPr b="0" i="0" lang="en-US" sz="1800" u="none" cap="none" strike="noStrike">
                <a:solidFill>
                  <a:srgbClr val="000000"/>
                </a:solidFill>
                <a:latin typeface="Arial"/>
                <a:ea typeface="Arial"/>
                <a:cs typeface="Arial"/>
                <a:sym typeface="Arial"/>
              </a:rPr>
              <a:t>(FAISS/Chroma) – For RAG-based nutritional data retrieval</a:t>
            </a:r>
            <a:endParaRPr b="0" i="0" sz="1800" u="none" cap="none" strike="noStrike">
              <a:solidFill>
                <a:srgbClr val="000000"/>
              </a:solidFill>
              <a:latin typeface="Arial"/>
              <a:ea typeface="Arial"/>
              <a:cs typeface="Arial"/>
              <a:sym typeface="Arial"/>
            </a:endParaRPr>
          </a:p>
          <a:p>
            <a:pPr indent="-171450" lvl="0" marL="28575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a:p>
            <a:pPr indent="-171450" lvl="0" marL="28575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 name="Shape 111"/>
        <p:cNvGrpSpPr/>
        <p:nvPr/>
      </p:nvGrpSpPr>
      <p:grpSpPr>
        <a:xfrm>
          <a:off x="0" y="0"/>
          <a:ext cx="0" cy="0"/>
          <a:chOff x="0" y="0"/>
          <a:chExt cx="0" cy="0"/>
        </a:xfrm>
      </p:grpSpPr>
      <p:sp>
        <p:nvSpPr>
          <p:cNvPr id="112" name="Google Shape;112;p37"/>
          <p:cNvSpPr/>
          <p:nvPr/>
        </p:nvSpPr>
        <p:spPr>
          <a:xfrm>
            <a:off x="537590" y="323239"/>
            <a:ext cx="5908929" cy="4485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51D3A"/>
              </a:buClr>
              <a:buSzPts val="3500"/>
              <a:buFont typeface="Times New Roman"/>
              <a:buNone/>
            </a:pPr>
            <a:r>
              <a:rPr b="1" i="0" lang="en-US" sz="2400" u="none" cap="none" strike="noStrike">
                <a:solidFill>
                  <a:srgbClr val="000000"/>
                </a:solidFill>
                <a:latin typeface="Arial"/>
                <a:ea typeface="Arial"/>
                <a:cs typeface="Arial"/>
                <a:sym typeface="Arial"/>
              </a:rPr>
              <a:t>Required Files created using IBM bob -</a:t>
            </a:r>
            <a:endParaRPr b="1" i="0" sz="2400" u="none" cap="none" strike="noStrike">
              <a:solidFill>
                <a:srgbClr val="000000"/>
              </a:solidFill>
              <a:latin typeface="Arial"/>
              <a:ea typeface="Arial"/>
              <a:cs typeface="Arial"/>
              <a:sym typeface="Arial"/>
            </a:endParaRPr>
          </a:p>
        </p:txBody>
      </p:sp>
      <p:sp>
        <p:nvSpPr>
          <p:cNvPr id="113" name="Google Shape;113;p37"/>
          <p:cNvSpPr/>
          <p:nvPr/>
        </p:nvSpPr>
        <p:spPr>
          <a:xfrm>
            <a:off x="2264331" y="6784578"/>
            <a:ext cx="2140744" cy="224195"/>
          </a:xfrm>
          <a:prstGeom prst="rect">
            <a:avLst/>
          </a:prstGeom>
          <a:noFill/>
          <a:ln>
            <a:noFill/>
          </a:ln>
        </p:spPr>
        <p:txBody>
          <a:bodyPr anchorCtr="0" anchor="t" bIns="0" lIns="0" spcFirstLastPara="1" rIns="0" wrap="square" tIns="0">
            <a:noAutofit/>
          </a:bodyPr>
          <a:lstStyle/>
          <a:p>
            <a:pPr indent="0" lvl="0" marL="0" marR="0" rtl="0" algn="ctr">
              <a:lnSpc>
                <a:spcPct val="109375"/>
              </a:lnSpc>
              <a:spcBef>
                <a:spcPts val="0"/>
              </a:spcBef>
              <a:spcAft>
                <a:spcPts val="0"/>
              </a:spcAft>
              <a:buClr>
                <a:schemeClr val="dk1"/>
              </a:buClr>
              <a:buSzPts val="1600"/>
              <a:buFont typeface="Calibri"/>
              <a:buNone/>
            </a:pPr>
            <a:r>
              <a:t/>
            </a:r>
            <a:endParaRPr b="0" i="0" sz="1600" u="none" cap="none" strike="noStrike">
              <a:solidFill>
                <a:srgbClr val="000000"/>
              </a:solidFill>
              <a:latin typeface="Times New Roman"/>
              <a:ea typeface="Times New Roman"/>
              <a:cs typeface="Times New Roman"/>
              <a:sym typeface="Times New Roman"/>
            </a:endParaRPr>
          </a:p>
        </p:txBody>
      </p:sp>
      <p:sp>
        <p:nvSpPr>
          <p:cNvPr id="114" name="Google Shape;114;p37"/>
          <p:cNvSpPr/>
          <p:nvPr/>
        </p:nvSpPr>
        <p:spPr>
          <a:xfrm>
            <a:off x="1782604" y="7100213"/>
            <a:ext cx="3104198" cy="731877"/>
          </a:xfrm>
          <a:prstGeom prst="rect">
            <a:avLst/>
          </a:prstGeom>
          <a:noFill/>
          <a:ln>
            <a:noFill/>
          </a:ln>
        </p:spPr>
        <p:txBody>
          <a:bodyPr anchorCtr="0" anchor="t" bIns="0" lIns="0" spcFirstLastPara="1" rIns="0" wrap="square" tIns="0">
            <a:noAutofit/>
          </a:bodyPr>
          <a:lstStyle/>
          <a:p>
            <a:pPr indent="0" lvl="0" marL="0" marR="0" rtl="0" algn="ctr">
              <a:lnSpc>
                <a:spcPct val="118750"/>
              </a:lnSpc>
              <a:spcBef>
                <a:spcPts val="0"/>
              </a:spcBef>
              <a:spcAft>
                <a:spcPts val="0"/>
              </a:spcAft>
              <a:buClr>
                <a:schemeClr val="dk1"/>
              </a:buClr>
              <a:buSzPts val="1600"/>
              <a:buFont typeface="Calibri"/>
              <a:buNone/>
            </a:pPr>
            <a:r>
              <a:t/>
            </a:r>
            <a:endParaRPr b="0" i="0" sz="1600" u="none" cap="none" strike="noStrike">
              <a:solidFill>
                <a:srgbClr val="000000"/>
              </a:solidFill>
              <a:latin typeface="Times New Roman"/>
              <a:ea typeface="Times New Roman"/>
              <a:cs typeface="Times New Roman"/>
              <a:sym typeface="Times New Roman"/>
            </a:endParaRPr>
          </a:p>
        </p:txBody>
      </p:sp>
      <p:sp>
        <p:nvSpPr>
          <p:cNvPr id="115" name="Google Shape;115;p37"/>
          <p:cNvSpPr/>
          <p:nvPr/>
        </p:nvSpPr>
        <p:spPr>
          <a:xfrm>
            <a:off x="5732383" y="6784578"/>
            <a:ext cx="1793915" cy="224195"/>
          </a:xfrm>
          <a:prstGeom prst="rect">
            <a:avLst/>
          </a:prstGeom>
          <a:noFill/>
          <a:ln>
            <a:noFill/>
          </a:ln>
        </p:spPr>
        <p:txBody>
          <a:bodyPr anchorCtr="0" anchor="t" bIns="0" lIns="0" spcFirstLastPara="1" rIns="0" wrap="square" tIns="0">
            <a:noAutofit/>
          </a:bodyPr>
          <a:lstStyle/>
          <a:p>
            <a:pPr indent="0" lvl="0" marL="0" marR="0" rtl="0" algn="ctr">
              <a:lnSpc>
                <a:spcPct val="109375"/>
              </a:lnSpc>
              <a:spcBef>
                <a:spcPts val="0"/>
              </a:spcBef>
              <a:spcAft>
                <a:spcPts val="0"/>
              </a:spcAft>
              <a:buClr>
                <a:schemeClr val="dk1"/>
              </a:buClr>
              <a:buSzPts val="1600"/>
              <a:buFont typeface="Calibri"/>
              <a:buNone/>
            </a:pPr>
            <a:r>
              <a:t/>
            </a:r>
            <a:endParaRPr b="0" i="0" sz="1600" u="none" cap="none" strike="noStrike">
              <a:solidFill>
                <a:srgbClr val="000000"/>
              </a:solidFill>
              <a:latin typeface="Times New Roman"/>
              <a:ea typeface="Times New Roman"/>
              <a:cs typeface="Times New Roman"/>
              <a:sym typeface="Times New Roman"/>
            </a:endParaRPr>
          </a:p>
        </p:txBody>
      </p:sp>
      <p:sp>
        <p:nvSpPr>
          <p:cNvPr id="116" name="Google Shape;116;p37"/>
          <p:cNvSpPr/>
          <p:nvPr/>
        </p:nvSpPr>
        <p:spPr>
          <a:xfrm>
            <a:off x="5077301" y="7100213"/>
            <a:ext cx="3104198" cy="731877"/>
          </a:xfrm>
          <a:prstGeom prst="rect">
            <a:avLst/>
          </a:prstGeom>
          <a:noFill/>
          <a:ln>
            <a:noFill/>
          </a:ln>
        </p:spPr>
        <p:txBody>
          <a:bodyPr anchorCtr="0" anchor="t" bIns="0" lIns="0" spcFirstLastPara="1" rIns="0" wrap="square" tIns="0">
            <a:noAutofit/>
          </a:bodyPr>
          <a:lstStyle/>
          <a:p>
            <a:pPr indent="0" lvl="0" marL="0" marR="0" rtl="0" algn="ctr">
              <a:lnSpc>
                <a:spcPct val="118750"/>
              </a:lnSpc>
              <a:spcBef>
                <a:spcPts val="0"/>
              </a:spcBef>
              <a:spcAft>
                <a:spcPts val="0"/>
              </a:spcAft>
              <a:buClr>
                <a:schemeClr val="dk1"/>
              </a:buClr>
              <a:buSzPts val="1600"/>
              <a:buFont typeface="Calibri"/>
              <a:buNone/>
            </a:pPr>
            <a:r>
              <a:t/>
            </a:r>
            <a:endParaRPr b="0" i="0" sz="1600" u="none" cap="none" strike="noStrike">
              <a:solidFill>
                <a:srgbClr val="000000"/>
              </a:solidFill>
              <a:latin typeface="Times New Roman"/>
              <a:ea typeface="Times New Roman"/>
              <a:cs typeface="Times New Roman"/>
              <a:sym typeface="Times New Roman"/>
            </a:endParaRPr>
          </a:p>
        </p:txBody>
      </p:sp>
      <p:sp>
        <p:nvSpPr>
          <p:cNvPr id="117" name="Google Shape;117;p37"/>
          <p:cNvSpPr/>
          <p:nvPr/>
        </p:nvSpPr>
        <p:spPr>
          <a:xfrm>
            <a:off x="9027081" y="6784578"/>
            <a:ext cx="1793915" cy="224195"/>
          </a:xfrm>
          <a:prstGeom prst="rect">
            <a:avLst/>
          </a:prstGeom>
          <a:noFill/>
          <a:ln>
            <a:noFill/>
          </a:ln>
        </p:spPr>
        <p:txBody>
          <a:bodyPr anchorCtr="0" anchor="t" bIns="0" lIns="0" spcFirstLastPara="1" rIns="0" wrap="square" tIns="0">
            <a:noAutofit/>
          </a:bodyPr>
          <a:lstStyle/>
          <a:p>
            <a:pPr indent="0" lvl="0" marL="0" marR="0" rtl="0" algn="ctr">
              <a:lnSpc>
                <a:spcPct val="109375"/>
              </a:lnSpc>
              <a:spcBef>
                <a:spcPts val="0"/>
              </a:spcBef>
              <a:spcAft>
                <a:spcPts val="0"/>
              </a:spcAft>
              <a:buClr>
                <a:schemeClr val="dk1"/>
              </a:buClr>
              <a:buSzPts val="1600"/>
              <a:buFont typeface="Calibri"/>
              <a:buNone/>
            </a:pPr>
            <a:r>
              <a:t/>
            </a:r>
            <a:endParaRPr b="0" i="0" sz="1600" u="none" cap="none" strike="noStrike">
              <a:solidFill>
                <a:srgbClr val="000000"/>
              </a:solidFill>
              <a:latin typeface="Times New Roman"/>
              <a:ea typeface="Times New Roman"/>
              <a:cs typeface="Times New Roman"/>
              <a:sym typeface="Times New Roman"/>
            </a:endParaRPr>
          </a:p>
        </p:txBody>
      </p:sp>
      <p:sp>
        <p:nvSpPr>
          <p:cNvPr id="118" name="Google Shape;118;p37"/>
          <p:cNvSpPr/>
          <p:nvPr/>
        </p:nvSpPr>
        <p:spPr>
          <a:xfrm>
            <a:off x="8371999" y="7100213"/>
            <a:ext cx="3104198" cy="731877"/>
          </a:xfrm>
          <a:prstGeom prst="rect">
            <a:avLst/>
          </a:prstGeom>
          <a:noFill/>
          <a:ln>
            <a:noFill/>
          </a:ln>
        </p:spPr>
        <p:txBody>
          <a:bodyPr anchorCtr="0" anchor="t" bIns="0" lIns="0" spcFirstLastPara="1" rIns="0" wrap="square" tIns="0">
            <a:noAutofit/>
          </a:bodyPr>
          <a:lstStyle/>
          <a:p>
            <a:pPr indent="0" lvl="0" marL="0" marR="0" rtl="0" algn="ctr">
              <a:lnSpc>
                <a:spcPct val="118750"/>
              </a:lnSpc>
              <a:spcBef>
                <a:spcPts val="0"/>
              </a:spcBef>
              <a:spcAft>
                <a:spcPts val="0"/>
              </a:spcAft>
              <a:buClr>
                <a:schemeClr val="dk1"/>
              </a:buClr>
              <a:buSzPts val="1600"/>
              <a:buFont typeface="Calibri"/>
              <a:buNone/>
            </a:pPr>
            <a:r>
              <a:t/>
            </a:r>
            <a:endParaRPr b="0" i="0" sz="1600" u="none" cap="none" strike="noStrike">
              <a:solidFill>
                <a:srgbClr val="000000"/>
              </a:solidFill>
              <a:latin typeface="Times New Roman"/>
              <a:ea typeface="Times New Roman"/>
              <a:cs typeface="Times New Roman"/>
              <a:sym typeface="Times New Roman"/>
            </a:endParaRPr>
          </a:p>
        </p:txBody>
      </p:sp>
      <p:sp>
        <p:nvSpPr>
          <p:cNvPr id="119" name="Google Shape;119;p37"/>
          <p:cNvSpPr txBox="1"/>
          <p:nvPr/>
        </p:nvSpPr>
        <p:spPr>
          <a:xfrm>
            <a:off x="474822" y="863187"/>
            <a:ext cx="8823900" cy="1908600"/>
          </a:xfrm>
          <a:prstGeom prst="rect">
            <a:avLst/>
          </a:prstGeom>
          <a:noFill/>
          <a:ln>
            <a:noFill/>
          </a:ln>
        </p:spPr>
        <p:txBody>
          <a:bodyPr anchorCtr="0" anchor="t" bIns="45700" lIns="91425" spcFirstLastPara="1" rIns="91425" wrap="square" tIns="45700">
            <a:spAutoFit/>
          </a:bodyPr>
          <a:lstStyle/>
          <a:p>
            <a:pPr indent="-254000" lvl="0" marL="34290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a:p>
            <a:pPr indent="-342900" lvl="0" marL="342900" marR="0" rtl="0" algn="l">
              <a:lnSpc>
                <a:spcPct val="100000"/>
              </a:lnSpc>
              <a:spcBef>
                <a:spcPts val="0"/>
              </a:spcBef>
              <a:spcAft>
                <a:spcPts val="0"/>
              </a:spcAft>
              <a:buClr>
                <a:srgbClr val="000000"/>
              </a:buClr>
              <a:buSzPts val="1800"/>
              <a:buFont typeface="Arial"/>
              <a:buAutoNum type="arabicPeriod"/>
            </a:pPr>
            <a:r>
              <a:rPr b="0" i="0" lang="en-US" sz="1800" u="none" cap="none" strike="noStrike">
                <a:solidFill>
                  <a:srgbClr val="000000"/>
                </a:solidFill>
                <a:latin typeface="Arial"/>
                <a:ea typeface="Arial"/>
                <a:cs typeface="Arial"/>
                <a:sym typeface="Arial"/>
              </a:rPr>
              <a:t>App.py</a:t>
            </a:r>
            <a:endParaRPr/>
          </a:p>
          <a:p>
            <a:pPr indent="-228600" lvl="0" marL="34290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a:p>
            <a:pPr indent="-342900" lvl="0" marL="342900" marR="0" rtl="0" algn="l">
              <a:lnSpc>
                <a:spcPct val="100000"/>
              </a:lnSpc>
              <a:spcBef>
                <a:spcPts val="0"/>
              </a:spcBef>
              <a:spcAft>
                <a:spcPts val="0"/>
              </a:spcAft>
              <a:buClr>
                <a:srgbClr val="000000"/>
              </a:buClr>
              <a:buSzPts val="1800"/>
              <a:buFont typeface="Arial"/>
              <a:buAutoNum type="arabicPeriod"/>
            </a:pPr>
            <a:r>
              <a:rPr b="0" i="0" lang="en-US" sz="1800" u="none" cap="none" strike="noStrike">
                <a:solidFill>
                  <a:srgbClr val="000000"/>
                </a:solidFill>
                <a:latin typeface="Arial"/>
                <a:ea typeface="Arial"/>
                <a:cs typeface="Arial"/>
                <a:sym typeface="Arial"/>
              </a:rPr>
              <a:t>Requirements.txt</a:t>
            </a:r>
            <a:endParaRPr b="0" i="0" sz="1800" u="none" cap="none" strike="noStrike">
              <a:solidFill>
                <a:srgbClr val="000000"/>
              </a:solidFill>
              <a:latin typeface="Arial"/>
              <a:ea typeface="Arial"/>
              <a:cs typeface="Arial"/>
              <a:sym typeface="Arial"/>
            </a:endParaRPr>
          </a:p>
          <a:p>
            <a:pPr indent="0" lvl="0" marL="457200" marR="0" rtl="0" algn="l">
              <a:lnSpc>
                <a:spcPct val="100000"/>
              </a:lnSpc>
              <a:spcBef>
                <a:spcPts val="0"/>
              </a:spcBef>
              <a:spcAft>
                <a:spcPts val="0"/>
              </a:spcAft>
              <a:buNone/>
            </a:pPr>
            <a:r>
              <a:t/>
            </a:r>
            <a:endParaRPr sz="1800"/>
          </a:p>
          <a:p>
            <a:pPr indent="-342900" lvl="0" marL="342900" marR="0" rtl="0" algn="l">
              <a:lnSpc>
                <a:spcPct val="100000"/>
              </a:lnSpc>
              <a:spcBef>
                <a:spcPts val="0"/>
              </a:spcBef>
              <a:spcAft>
                <a:spcPts val="0"/>
              </a:spcAft>
              <a:buSzPts val="1800"/>
              <a:buAutoNum type="arabicPeriod"/>
            </a:pPr>
            <a:r>
              <a:rPr lang="en-US" sz="1800"/>
              <a:t>run.bat</a:t>
            </a:r>
            <a:endParaRPr sz="1800"/>
          </a:p>
          <a:p>
            <a:pPr indent="0" lvl="0" marL="0" marR="0" rtl="0" algn="l">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sp>
        <p:nvSpPr>
          <p:cNvPr id="124" name="Google Shape;124;p38"/>
          <p:cNvSpPr/>
          <p:nvPr/>
        </p:nvSpPr>
        <p:spPr>
          <a:xfrm>
            <a:off x="537590" y="323239"/>
            <a:ext cx="5908929" cy="4485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51D3A"/>
              </a:buClr>
              <a:buSzPts val="3500"/>
              <a:buFont typeface="Times New Roman"/>
              <a:buNone/>
            </a:pPr>
            <a:r>
              <a:rPr b="1" i="0" lang="en-US" sz="3500" u="none" cap="none" strike="noStrike">
                <a:solidFill>
                  <a:srgbClr val="051D3A"/>
                </a:solidFill>
                <a:latin typeface="Times New Roman"/>
                <a:ea typeface="Times New Roman"/>
                <a:cs typeface="Times New Roman"/>
                <a:sym typeface="Times New Roman"/>
              </a:rPr>
              <a:t> </a:t>
            </a:r>
            <a:r>
              <a:rPr b="1" i="0" lang="en-US" sz="2400" u="none" cap="none" strike="noStrike">
                <a:solidFill>
                  <a:srgbClr val="051D3A"/>
                </a:solidFill>
                <a:latin typeface="Times New Roman"/>
                <a:ea typeface="Times New Roman"/>
                <a:cs typeface="Times New Roman"/>
                <a:sym typeface="Times New Roman"/>
              </a:rPr>
              <a:t>IBM Bob Screenshots:</a:t>
            </a:r>
            <a:endParaRPr b="1" i="0" sz="2400" u="none" cap="none" strike="noStrike">
              <a:solidFill>
                <a:srgbClr val="000000"/>
              </a:solidFill>
              <a:latin typeface="Arial"/>
              <a:ea typeface="Arial"/>
              <a:cs typeface="Arial"/>
              <a:sym typeface="Arial"/>
            </a:endParaRPr>
          </a:p>
        </p:txBody>
      </p:sp>
      <p:pic>
        <p:nvPicPr>
          <p:cNvPr id="125" name="Google Shape;125;p38"/>
          <p:cNvPicPr preferRelativeResize="0"/>
          <p:nvPr/>
        </p:nvPicPr>
        <p:blipFill>
          <a:blip r:embed="rId3">
            <a:alphaModFix/>
          </a:blip>
          <a:stretch>
            <a:fillRect/>
          </a:stretch>
        </p:blipFill>
        <p:spPr>
          <a:xfrm>
            <a:off x="725913" y="851497"/>
            <a:ext cx="10740182" cy="5781453"/>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pic>
        <p:nvPicPr>
          <p:cNvPr id="130" name="Google Shape;130;p9"/>
          <p:cNvPicPr preferRelativeResize="0"/>
          <p:nvPr/>
        </p:nvPicPr>
        <p:blipFill rotWithShape="1">
          <a:blip r:embed="rId3">
            <a:alphaModFix/>
          </a:blip>
          <a:srcRect b="0" l="0" r="0" t="0"/>
          <a:stretch/>
        </p:blipFill>
        <p:spPr>
          <a:xfrm>
            <a:off x="8371985" y="1167493"/>
            <a:ext cx="3015343" cy="4523014"/>
          </a:xfrm>
          <a:prstGeom prst="rect">
            <a:avLst/>
          </a:prstGeom>
          <a:noFill/>
          <a:ln>
            <a:noFill/>
          </a:ln>
        </p:spPr>
      </p:pic>
      <p:sp>
        <p:nvSpPr>
          <p:cNvPr id="131" name="Google Shape;131;p9"/>
          <p:cNvSpPr txBox="1"/>
          <p:nvPr/>
        </p:nvSpPr>
        <p:spPr>
          <a:xfrm>
            <a:off x="475488" y="283464"/>
            <a:ext cx="9317736" cy="584775"/>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3200" u="none" cap="none" strike="noStrike">
                <a:solidFill>
                  <a:srgbClr val="000000"/>
                </a:solidFill>
                <a:latin typeface="Arial"/>
                <a:ea typeface="Arial"/>
                <a:cs typeface="Arial"/>
                <a:sym typeface="Arial"/>
              </a:rPr>
              <a:t>Role of Agentic AI in the solution </a:t>
            </a:r>
            <a:endParaRPr b="1" i="0" sz="3200" u="none" cap="none" strike="noStrike">
              <a:solidFill>
                <a:srgbClr val="000000"/>
              </a:solidFill>
              <a:latin typeface="Arial"/>
              <a:ea typeface="Arial"/>
              <a:cs typeface="Arial"/>
              <a:sym typeface="Arial"/>
            </a:endParaRPr>
          </a:p>
        </p:txBody>
      </p:sp>
      <p:sp>
        <p:nvSpPr>
          <p:cNvPr id="132" name="Google Shape;132;p9"/>
          <p:cNvSpPr txBox="1"/>
          <p:nvPr/>
        </p:nvSpPr>
        <p:spPr>
          <a:xfrm>
            <a:off x="621792" y="1167493"/>
            <a:ext cx="7406640" cy="3108543"/>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400" u="none" cap="none" strike="noStrike">
                <a:solidFill>
                  <a:srgbClr val="000000"/>
                </a:solidFill>
                <a:latin typeface="Arial"/>
                <a:ea typeface="Arial"/>
                <a:cs typeface="Arial"/>
                <a:sym typeface="Arial"/>
              </a:rPr>
              <a:t>Role of Agentic AI in Nutrition Agent</a:t>
            </a:r>
            <a:endParaRPr/>
          </a:p>
          <a:p>
            <a:pPr indent="0" lvl="0" marL="0" marR="0" rtl="0" algn="l">
              <a:lnSpc>
                <a:spcPct val="100000"/>
              </a:lnSpc>
              <a:spcBef>
                <a:spcPts val="0"/>
              </a:spcBef>
              <a:spcAft>
                <a:spcPts val="0"/>
              </a:spcAft>
              <a:buNone/>
            </a:pPr>
            <a:r>
              <a:rPr b="1" i="0" lang="en-US" sz="1400" u="none" cap="none" strike="noStrike">
                <a:solidFill>
                  <a:srgbClr val="000000"/>
                </a:solidFill>
                <a:latin typeface="Arial"/>
                <a:ea typeface="Arial"/>
                <a:cs typeface="Arial"/>
                <a:sym typeface="Arial"/>
              </a:rPr>
              <a:t>Agentic AI</a:t>
            </a:r>
            <a:r>
              <a:rPr b="0" i="0" lang="en-US" sz="1400" u="none" cap="none" strike="noStrike">
                <a:solidFill>
                  <a:srgbClr val="000000"/>
                </a:solidFill>
                <a:latin typeface="Arial"/>
                <a:ea typeface="Arial"/>
                <a:cs typeface="Arial"/>
                <a:sym typeface="Arial"/>
              </a:rPr>
              <a:t> enables the Nutrition Agent to function as an intelligent, autonomous system rather than a simple chatbot. Using </a:t>
            </a:r>
            <a:r>
              <a:rPr b="1" i="0" lang="en-US" sz="1400" u="none" cap="none" strike="noStrike">
                <a:solidFill>
                  <a:srgbClr val="000000"/>
                </a:solidFill>
                <a:latin typeface="Arial"/>
                <a:ea typeface="Arial"/>
                <a:cs typeface="Arial"/>
                <a:sym typeface="Arial"/>
              </a:rPr>
              <a:t>IBM watsonx.ai</a:t>
            </a:r>
            <a:r>
              <a:rPr b="0" i="0" lang="en-US" sz="1400" u="none" cap="none" strike="noStrike">
                <a:solidFill>
                  <a:srgbClr val="000000"/>
                </a:solidFill>
                <a:latin typeface="Arial"/>
                <a:ea typeface="Arial"/>
                <a:cs typeface="Arial"/>
                <a:sym typeface="Arial"/>
              </a:rPr>
              <a:t> and </a:t>
            </a:r>
            <a:r>
              <a:rPr b="1" i="0" lang="en-US" sz="1400" u="none" cap="none" strike="noStrike">
                <a:solidFill>
                  <a:srgbClr val="000000"/>
                </a:solidFill>
                <a:latin typeface="Arial"/>
                <a:ea typeface="Arial"/>
                <a:cs typeface="Arial"/>
                <a:sym typeface="Arial"/>
              </a:rPr>
              <a:t>IBM Granite models</a:t>
            </a:r>
            <a:r>
              <a:rPr b="0" i="0" lang="en-US" sz="1400" u="none" cap="none" strike="noStrike">
                <a:solidFill>
                  <a:srgbClr val="000000"/>
                </a:solidFill>
                <a:latin typeface="Arial"/>
                <a:ea typeface="Arial"/>
                <a:cs typeface="Arial"/>
                <a:sym typeface="Arial"/>
              </a:rPr>
              <a:t>, it coordinates multiple specialized agents to deliver personalized nutrition guidance.</a:t>
            </a:r>
            <a:endParaRPr/>
          </a:p>
          <a:p>
            <a:pPr indent="0" lvl="0" marL="0" marR="0" rtl="0" algn="l">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Each agent performs a specific role—such as retrieving nutritional data, generating diet plans, providing health advice, and analyzing food logs—while working collaboratively. This </a:t>
            </a:r>
            <a:r>
              <a:rPr b="1" i="0" lang="en-US" sz="1400" u="none" cap="none" strike="noStrike">
                <a:solidFill>
                  <a:srgbClr val="000000"/>
                </a:solidFill>
                <a:latin typeface="Arial"/>
                <a:ea typeface="Arial"/>
                <a:cs typeface="Arial"/>
                <a:sym typeface="Arial"/>
              </a:rPr>
              <a:t>multi-agent approach</a:t>
            </a:r>
            <a:r>
              <a:rPr b="0" i="0" lang="en-US" sz="1400" u="none" cap="none" strike="noStrike">
                <a:solidFill>
                  <a:srgbClr val="000000"/>
                </a:solidFill>
                <a:latin typeface="Arial"/>
                <a:ea typeface="Arial"/>
                <a:cs typeface="Arial"/>
                <a:sym typeface="Arial"/>
              </a:rPr>
              <a:t> ensures efficient task execution and accurate results.</a:t>
            </a:r>
            <a:endParaRPr/>
          </a:p>
          <a:p>
            <a:pPr indent="0" lvl="0" marL="0" marR="0" rtl="0" algn="l">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Agentic AI also brings </a:t>
            </a:r>
            <a:r>
              <a:rPr b="1" i="0" lang="en-US" sz="1400" u="none" cap="none" strike="noStrike">
                <a:solidFill>
                  <a:srgbClr val="000000"/>
                </a:solidFill>
                <a:latin typeface="Arial"/>
                <a:ea typeface="Arial"/>
                <a:cs typeface="Arial"/>
                <a:sym typeface="Arial"/>
              </a:rPr>
              <a:t>context awareness</a:t>
            </a:r>
            <a:r>
              <a:rPr b="0" i="0" lang="en-US" sz="1400" u="none" cap="none" strike="noStrike">
                <a:solidFill>
                  <a:srgbClr val="000000"/>
                </a:solidFill>
                <a:latin typeface="Arial"/>
                <a:ea typeface="Arial"/>
                <a:cs typeface="Arial"/>
                <a:sym typeface="Arial"/>
              </a:rPr>
              <a:t>, understanding user details like age, health conditions, and fitness goals to generate tailored recommendations. It supports </a:t>
            </a:r>
            <a:r>
              <a:rPr b="1" i="0" lang="en-US" sz="1400" u="none" cap="none" strike="noStrike">
                <a:solidFill>
                  <a:srgbClr val="000000"/>
                </a:solidFill>
                <a:latin typeface="Arial"/>
                <a:ea typeface="Arial"/>
                <a:cs typeface="Arial"/>
                <a:sym typeface="Arial"/>
              </a:rPr>
              <a:t>real-time adaptation</a:t>
            </a:r>
            <a:r>
              <a:rPr b="0" i="0" lang="en-US" sz="1400" u="none" cap="none" strike="noStrike">
                <a:solidFill>
                  <a:srgbClr val="000000"/>
                </a:solidFill>
                <a:latin typeface="Arial"/>
                <a:ea typeface="Arial"/>
                <a:cs typeface="Arial"/>
                <a:sym typeface="Arial"/>
              </a:rPr>
              <a:t>, continuously updating suggestions based on user inputs like daily meals.</a:t>
            </a:r>
            <a:endParaRPr/>
          </a:p>
          <a:p>
            <a:pPr indent="0" lvl="0" marL="0" marR="0" rtl="0" algn="l">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Additionally, agents communicate with each other, enabling better decision-making and improved outcomes.</a:t>
            </a:r>
            <a:endParaRPr/>
          </a:p>
          <a:p>
            <a:pPr indent="0" lvl="0" marL="0" marR="0" rtl="0" algn="l">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Overall, Agentic AI makes the system proactive, personalized, and goal-driven, acting like a </a:t>
            </a:r>
            <a:r>
              <a:rPr b="1" i="0" lang="en-US" sz="1400" u="none" cap="none" strike="noStrike">
                <a:solidFill>
                  <a:srgbClr val="000000"/>
                </a:solidFill>
                <a:latin typeface="Arial"/>
                <a:ea typeface="Arial"/>
                <a:cs typeface="Arial"/>
                <a:sym typeface="Arial"/>
              </a:rPr>
              <a:t>smart digital nutritionist</a:t>
            </a:r>
            <a:r>
              <a:rPr b="0" i="0" lang="en-US" sz="1400" u="none" cap="none" strike="noStrike">
                <a:solidFill>
                  <a:srgbClr val="000000"/>
                </a:solidFill>
                <a:latin typeface="Arial"/>
                <a:ea typeface="Arial"/>
                <a:cs typeface="Arial"/>
                <a:sym typeface="Arial"/>
              </a:rPr>
              <a:t> that helps users maintain a healthy lifestyle.</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6" name="Shape 136"/>
        <p:cNvGrpSpPr/>
        <p:nvPr/>
      </p:nvGrpSpPr>
      <p:grpSpPr>
        <a:xfrm>
          <a:off x="0" y="0"/>
          <a:ext cx="0" cy="0"/>
          <a:chOff x="0" y="0"/>
          <a:chExt cx="0" cy="0"/>
        </a:xfrm>
      </p:grpSpPr>
      <p:sp>
        <p:nvSpPr>
          <p:cNvPr id="137" name="Google Shape;137;g3f827d8da96_1_31"/>
          <p:cNvSpPr/>
          <p:nvPr/>
        </p:nvSpPr>
        <p:spPr>
          <a:xfrm>
            <a:off x="793192" y="341560"/>
            <a:ext cx="6444600" cy="704100"/>
          </a:xfrm>
          <a:prstGeom prst="rect">
            <a:avLst/>
          </a:prstGeom>
          <a:noFill/>
          <a:ln>
            <a:noFill/>
          </a:ln>
        </p:spPr>
        <p:txBody>
          <a:bodyPr anchorCtr="0" anchor="t" bIns="0" lIns="0" spcFirstLastPara="1" rIns="0" wrap="square" tIns="0">
            <a:noAutofit/>
          </a:bodyPr>
          <a:lstStyle/>
          <a:p>
            <a:pPr indent="0" lvl="0" marL="0" marR="0" rtl="0" algn="l">
              <a:lnSpc>
                <a:spcPct val="157142"/>
              </a:lnSpc>
              <a:spcBef>
                <a:spcPts val="0"/>
              </a:spcBef>
              <a:spcAft>
                <a:spcPts val="0"/>
              </a:spcAft>
              <a:buNone/>
            </a:pPr>
            <a:r>
              <a:rPr b="1" i="0" lang="en-US" sz="2400" u="none" cap="none" strike="noStrike">
                <a:solidFill>
                  <a:srgbClr val="000000"/>
                </a:solidFill>
                <a:latin typeface="Arial"/>
                <a:ea typeface="Arial"/>
                <a:cs typeface="Arial"/>
                <a:sym typeface="Arial"/>
              </a:rPr>
              <a:t>Token Usage </a:t>
            </a:r>
            <a:endParaRPr b="1" i="0" sz="2400" u="none" cap="none" strike="noStrike">
              <a:solidFill>
                <a:srgbClr val="000000"/>
              </a:solidFill>
              <a:latin typeface="Arial"/>
              <a:ea typeface="Arial"/>
              <a:cs typeface="Arial"/>
              <a:sym typeface="Arial"/>
            </a:endParaRPr>
          </a:p>
        </p:txBody>
      </p:sp>
      <p:sp>
        <p:nvSpPr>
          <p:cNvPr id="138" name="Google Shape;138;g3f827d8da96_1_31"/>
          <p:cNvSpPr txBox="1"/>
          <p:nvPr/>
        </p:nvSpPr>
        <p:spPr>
          <a:xfrm>
            <a:off x="897392" y="1042133"/>
            <a:ext cx="43713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lang="en-US"/>
              <a:t>489</a:t>
            </a:r>
            <a:r>
              <a:rPr b="0" i="0" lang="en-US" sz="1400" u="none" cap="none" strike="noStrike">
                <a:solidFill>
                  <a:srgbClr val="000000"/>
                </a:solidFill>
                <a:latin typeface="Arial"/>
                <a:ea typeface="Arial"/>
                <a:cs typeface="Arial"/>
                <a:sym typeface="Arial"/>
              </a:rPr>
              <a:t> token are used</a:t>
            </a:r>
            <a:endParaRPr/>
          </a:p>
        </p:txBody>
      </p:sp>
      <p:sp>
        <p:nvSpPr>
          <p:cNvPr id="139" name="Google Shape;139;g3f827d8da96_1_31"/>
          <p:cNvSpPr txBox="1"/>
          <p:nvPr/>
        </p:nvSpPr>
        <p:spPr>
          <a:xfrm>
            <a:off x="1278639" y="1718067"/>
            <a:ext cx="2743200" cy="400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2000" u="sng" cap="none" strike="noStrike">
                <a:solidFill>
                  <a:srgbClr val="000000"/>
                </a:solidFill>
                <a:latin typeface="Arial"/>
                <a:ea typeface="Arial"/>
                <a:cs typeface="Arial"/>
                <a:sym typeface="Arial"/>
              </a:rPr>
              <a:t>Before Prompt</a:t>
            </a:r>
            <a:endParaRPr/>
          </a:p>
        </p:txBody>
      </p:sp>
      <p:sp>
        <p:nvSpPr>
          <p:cNvPr id="140" name="Google Shape;140;g3f827d8da96_1_31"/>
          <p:cNvSpPr txBox="1"/>
          <p:nvPr/>
        </p:nvSpPr>
        <p:spPr>
          <a:xfrm>
            <a:off x="7106828" y="1722919"/>
            <a:ext cx="2743200" cy="400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2000" u="sng" cap="none" strike="noStrike">
                <a:solidFill>
                  <a:srgbClr val="000000"/>
                </a:solidFill>
                <a:latin typeface="Arial"/>
                <a:ea typeface="Arial"/>
                <a:cs typeface="Arial"/>
                <a:sym typeface="Arial"/>
              </a:rPr>
              <a:t>After the Prompt</a:t>
            </a:r>
            <a:endParaRPr/>
          </a:p>
        </p:txBody>
      </p:sp>
      <p:pic>
        <p:nvPicPr>
          <p:cNvPr id="141" name="Google Shape;141;g3f827d8da96_1_31"/>
          <p:cNvPicPr preferRelativeResize="0"/>
          <p:nvPr/>
        </p:nvPicPr>
        <p:blipFill>
          <a:blip r:embed="rId3">
            <a:alphaModFix/>
          </a:blip>
          <a:stretch>
            <a:fillRect/>
          </a:stretch>
        </p:blipFill>
        <p:spPr>
          <a:xfrm>
            <a:off x="7259227" y="2275519"/>
            <a:ext cx="4780372" cy="4389933"/>
          </a:xfrm>
          <a:prstGeom prst="rect">
            <a:avLst/>
          </a:prstGeom>
          <a:noFill/>
          <a:ln>
            <a:noFill/>
          </a:ln>
        </p:spPr>
      </p:pic>
      <p:pic>
        <p:nvPicPr>
          <p:cNvPr id="142" name="Google Shape;142;g3f827d8da96_1_31"/>
          <p:cNvPicPr preferRelativeResize="0"/>
          <p:nvPr/>
        </p:nvPicPr>
        <p:blipFill>
          <a:blip r:embed="rId4">
            <a:alphaModFix/>
          </a:blip>
          <a:stretch>
            <a:fillRect/>
          </a:stretch>
        </p:blipFill>
        <p:spPr>
          <a:xfrm>
            <a:off x="152400" y="2270667"/>
            <a:ext cx="4803249" cy="4434933"/>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 name="Shape 146"/>
        <p:cNvGrpSpPr/>
        <p:nvPr/>
      </p:nvGrpSpPr>
      <p:grpSpPr>
        <a:xfrm>
          <a:off x="0" y="0"/>
          <a:ext cx="0" cy="0"/>
          <a:chOff x="0" y="0"/>
          <a:chExt cx="0" cy="0"/>
        </a:xfrm>
      </p:grpSpPr>
      <p:sp>
        <p:nvSpPr>
          <p:cNvPr id="147" name="Google Shape;147;p41"/>
          <p:cNvSpPr/>
          <p:nvPr/>
        </p:nvSpPr>
        <p:spPr>
          <a:xfrm>
            <a:off x="409144" y="112960"/>
            <a:ext cx="6444496" cy="704017"/>
          </a:xfrm>
          <a:prstGeom prst="rect">
            <a:avLst/>
          </a:prstGeom>
          <a:noFill/>
          <a:ln>
            <a:noFill/>
          </a:ln>
        </p:spPr>
        <p:txBody>
          <a:bodyPr anchorCtr="0" anchor="t" bIns="0" lIns="0" spcFirstLastPara="1" rIns="0" wrap="square" tIns="0">
            <a:noAutofit/>
          </a:bodyPr>
          <a:lstStyle/>
          <a:p>
            <a:pPr indent="0" lvl="0" marL="0" marR="0" rtl="0" algn="l">
              <a:lnSpc>
                <a:spcPct val="157142"/>
              </a:lnSpc>
              <a:spcBef>
                <a:spcPts val="0"/>
              </a:spcBef>
              <a:spcAft>
                <a:spcPts val="0"/>
              </a:spcAft>
              <a:buNone/>
            </a:pPr>
            <a:r>
              <a:rPr b="1" i="0" lang="en-US" sz="2400" u="none" cap="none" strike="noStrike">
                <a:solidFill>
                  <a:srgbClr val="000000"/>
                </a:solidFill>
                <a:latin typeface="Arial"/>
                <a:ea typeface="Arial"/>
                <a:cs typeface="Arial"/>
                <a:sym typeface="Arial"/>
              </a:rPr>
              <a:t> Project Output Screenshot</a:t>
            </a:r>
            <a:endParaRPr b="1" i="0" sz="2400" u="none" cap="none" strike="noStrike">
              <a:solidFill>
                <a:srgbClr val="000000"/>
              </a:solidFill>
              <a:latin typeface="Arial"/>
              <a:ea typeface="Arial"/>
              <a:cs typeface="Arial"/>
              <a:sym typeface="Arial"/>
            </a:endParaRPr>
          </a:p>
        </p:txBody>
      </p:sp>
      <p:sp>
        <p:nvSpPr>
          <p:cNvPr id="148" name="Google Shape;148;p41"/>
          <p:cNvSpPr/>
          <p:nvPr/>
        </p:nvSpPr>
        <p:spPr>
          <a:xfrm>
            <a:off x="1218724" y="3360216"/>
            <a:ext cx="7468553" cy="766048"/>
          </a:xfrm>
          <a:prstGeom prst="rect">
            <a:avLst/>
          </a:prstGeom>
          <a:noFill/>
          <a:ln>
            <a:noFill/>
          </a:ln>
        </p:spPr>
        <p:txBody>
          <a:bodyPr anchorCtr="0" anchor="t" bIns="0" lIns="0" spcFirstLastPara="1" rIns="0" wrap="square" tIns="0">
            <a:noAutofit/>
          </a:bodyPr>
          <a:lstStyle/>
          <a:p>
            <a:pPr indent="0" lvl="0" marL="0" marR="0" rtl="0" algn="l">
              <a:lnSpc>
                <a:spcPct val="162162"/>
              </a:lnSpc>
              <a:spcBef>
                <a:spcPts val="0"/>
              </a:spcBef>
              <a:spcAft>
                <a:spcPts val="0"/>
              </a:spcAft>
              <a:buClr>
                <a:srgbClr val="2B3541"/>
              </a:buClr>
              <a:buSzPts val="1850"/>
              <a:buFont typeface="Times New Roman"/>
              <a:buNone/>
            </a:pPr>
            <a:r>
              <a:rPr b="0" i="0" lang="en-US" sz="1850" u="none" cap="none" strike="noStrike">
                <a:solidFill>
                  <a:srgbClr val="2B3541"/>
                </a:solidFill>
                <a:latin typeface="Times New Roman"/>
                <a:ea typeface="Times New Roman"/>
                <a:cs typeface="Times New Roman"/>
                <a:sym typeface="Times New Roman"/>
              </a:rPr>
              <a:t>·</a:t>
            </a:r>
            <a:endParaRPr b="0" i="0" sz="1850" u="none" cap="none" strike="noStrike">
              <a:solidFill>
                <a:srgbClr val="000000"/>
              </a:solidFill>
              <a:latin typeface="Times New Roman"/>
              <a:ea typeface="Times New Roman"/>
              <a:cs typeface="Times New Roman"/>
              <a:sym typeface="Times New Roman"/>
            </a:endParaRPr>
          </a:p>
        </p:txBody>
      </p:sp>
      <p:sp>
        <p:nvSpPr>
          <p:cNvPr id="149" name="Google Shape;149;p41"/>
          <p:cNvSpPr/>
          <p:nvPr/>
        </p:nvSpPr>
        <p:spPr>
          <a:xfrm>
            <a:off x="1218724" y="4395464"/>
            <a:ext cx="7468553" cy="766048"/>
          </a:xfrm>
          <a:prstGeom prst="rect">
            <a:avLst/>
          </a:prstGeom>
          <a:noFill/>
          <a:ln>
            <a:noFill/>
          </a:ln>
        </p:spPr>
        <p:txBody>
          <a:bodyPr anchorCtr="0" anchor="t" bIns="0" lIns="0" spcFirstLastPara="1" rIns="0" wrap="square" tIns="0">
            <a:noAutofit/>
          </a:bodyPr>
          <a:lstStyle/>
          <a:p>
            <a:pPr indent="0" lvl="0" marL="0" marR="0" rtl="0" algn="l">
              <a:lnSpc>
                <a:spcPct val="162162"/>
              </a:lnSpc>
              <a:spcBef>
                <a:spcPts val="0"/>
              </a:spcBef>
              <a:spcAft>
                <a:spcPts val="0"/>
              </a:spcAft>
              <a:buClr>
                <a:srgbClr val="2B3541"/>
              </a:buClr>
              <a:buSzPts val="1850"/>
              <a:buFont typeface="Times New Roman"/>
              <a:buNone/>
            </a:pPr>
            <a:r>
              <a:rPr b="0" i="0" lang="en-US" sz="1850" u="none" cap="none" strike="noStrike">
                <a:solidFill>
                  <a:srgbClr val="2B3541"/>
                </a:solidFill>
                <a:latin typeface="Times New Roman"/>
                <a:ea typeface="Times New Roman"/>
                <a:cs typeface="Times New Roman"/>
                <a:sym typeface="Times New Roman"/>
              </a:rPr>
              <a:t>·</a:t>
            </a:r>
            <a:endParaRPr b="0" i="0" sz="1850" u="none" cap="none" strike="noStrike">
              <a:solidFill>
                <a:srgbClr val="000000"/>
              </a:solidFill>
              <a:latin typeface="Times New Roman"/>
              <a:ea typeface="Times New Roman"/>
              <a:cs typeface="Times New Roman"/>
              <a:sym typeface="Times New Roman"/>
            </a:endParaRPr>
          </a:p>
        </p:txBody>
      </p:sp>
      <p:sp>
        <p:nvSpPr>
          <p:cNvPr id="150" name="Google Shape;150;p41"/>
          <p:cNvSpPr/>
          <p:nvPr/>
        </p:nvSpPr>
        <p:spPr>
          <a:xfrm>
            <a:off x="1218724" y="5430713"/>
            <a:ext cx="7468553" cy="383024"/>
          </a:xfrm>
          <a:prstGeom prst="rect">
            <a:avLst/>
          </a:prstGeom>
          <a:noFill/>
          <a:ln>
            <a:noFill/>
          </a:ln>
        </p:spPr>
        <p:txBody>
          <a:bodyPr anchorCtr="0" anchor="t" bIns="0" lIns="0" spcFirstLastPara="1" rIns="0" wrap="square" tIns="0">
            <a:noAutofit/>
          </a:bodyPr>
          <a:lstStyle/>
          <a:p>
            <a:pPr indent="0" lvl="0" marL="0" marR="0" rtl="0" algn="l">
              <a:lnSpc>
                <a:spcPct val="162162"/>
              </a:lnSpc>
              <a:spcBef>
                <a:spcPts val="0"/>
              </a:spcBef>
              <a:spcAft>
                <a:spcPts val="0"/>
              </a:spcAft>
              <a:buClr>
                <a:srgbClr val="2B3541"/>
              </a:buClr>
              <a:buSzPts val="1850"/>
              <a:buFont typeface="Times New Roman"/>
              <a:buNone/>
            </a:pPr>
            <a:r>
              <a:rPr b="0" i="0" lang="en-US" sz="1850" u="none" cap="none" strike="noStrike">
                <a:solidFill>
                  <a:srgbClr val="2B3541"/>
                </a:solidFill>
                <a:latin typeface="Times New Roman"/>
                <a:ea typeface="Times New Roman"/>
                <a:cs typeface="Times New Roman"/>
                <a:sym typeface="Times New Roman"/>
              </a:rPr>
              <a:t>·</a:t>
            </a:r>
            <a:endParaRPr b="0" i="0" sz="1850" u="none" cap="none" strike="noStrike">
              <a:solidFill>
                <a:srgbClr val="000000"/>
              </a:solidFill>
              <a:latin typeface="Times New Roman"/>
              <a:ea typeface="Times New Roman"/>
              <a:cs typeface="Times New Roman"/>
              <a:sym typeface="Times New Roman"/>
            </a:endParaRPr>
          </a:p>
        </p:txBody>
      </p:sp>
      <p:pic>
        <p:nvPicPr>
          <p:cNvPr id="151" name="Google Shape;151;p41"/>
          <p:cNvPicPr preferRelativeResize="0"/>
          <p:nvPr/>
        </p:nvPicPr>
        <p:blipFill>
          <a:blip r:embed="rId3">
            <a:alphaModFix/>
          </a:blip>
          <a:stretch>
            <a:fillRect/>
          </a:stretch>
        </p:blipFill>
        <p:spPr>
          <a:xfrm>
            <a:off x="807398" y="517550"/>
            <a:ext cx="10825274" cy="5822876"/>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sp>
        <p:nvSpPr>
          <p:cNvPr id="156" name="Google Shape;156;p42"/>
          <p:cNvSpPr/>
          <p:nvPr/>
        </p:nvSpPr>
        <p:spPr>
          <a:xfrm>
            <a:off x="409144" y="112960"/>
            <a:ext cx="6444496" cy="704017"/>
          </a:xfrm>
          <a:prstGeom prst="rect">
            <a:avLst/>
          </a:prstGeom>
          <a:noFill/>
          <a:ln>
            <a:noFill/>
          </a:ln>
        </p:spPr>
        <p:txBody>
          <a:bodyPr anchorCtr="0" anchor="t" bIns="0" lIns="0" spcFirstLastPara="1" rIns="0" wrap="square" tIns="0">
            <a:noAutofit/>
          </a:bodyPr>
          <a:lstStyle/>
          <a:p>
            <a:pPr indent="0" lvl="0" marL="0" marR="0" rtl="0" algn="l">
              <a:lnSpc>
                <a:spcPct val="157142"/>
              </a:lnSpc>
              <a:spcBef>
                <a:spcPts val="0"/>
              </a:spcBef>
              <a:spcAft>
                <a:spcPts val="0"/>
              </a:spcAft>
              <a:buNone/>
            </a:pPr>
            <a:r>
              <a:rPr b="1" i="0" lang="en-US" sz="2400" u="none" cap="none" strike="noStrike">
                <a:solidFill>
                  <a:srgbClr val="000000"/>
                </a:solidFill>
                <a:latin typeface="Arial"/>
                <a:ea typeface="Arial"/>
                <a:cs typeface="Arial"/>
                <a:sym typeface="Arial"/>
              </a:rPr>
              <a:t> Project Output Screenshot</a:t>
            </a:r>
            <a:endParaRPr b="1" i="0" sz="2400" u="none" cap="none" strike="noStrike">
              <a:solidFill>
                <a:srgbClr val="000000"/>
              </a:solidFill>
              <a:latin typeface="Arial"/>
              <a:ea typeface="Arial"/>
              <a:cs typeface="Arial"/>
              <a:sym typeface="Arial"/>
            </a:endParaRPr>
          </a:p>
        </p:txBody>
      </p:sp>
      <p:pic>
        <p:nvPicPr>
          <p:cNvPr id="157" name="Google Shape;157;p42"/>
          <p:cNvPicPr preferRelativeResize="0"/>
          <p:nvPr/>
        </p:nvPicPr>
        <p:blipFill>
          <a:blip r:embed="rId3">
            <a:alphaModFix/>
          </a:blip>
          <a:stretch>
            <a:fillRect/>
          </a:stretch>
        </p:blipFill>
        <p:spPr>
          <a:xfrm>
            <a:off x="674563" y="816977"/>
            <a:ext cx="11241572" cy="5736221"/>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1" name="Shape 161"/>
        <p:cNvGrpSpPr/>
        <p:nvPr/>
      </p:nvGrpSpPr>
      <p:grpSpPr>
        <a:xfrm>
          <a:off x="0" y="0"/>
          <a:ext cx="0" cy="0"/>
          <a:chOff x="0" y="0"/>
          <a:chExt cx="0" cy="0"/>
        </a:xfrm>
      </p:grpSpPr>
      <p:sp>
        <p:nvSpPr>
          <p:cNvPr id="162" name="Google Shape;162;g3f827d8da96_1_12"/>
          <p:cNvSpPr/>
          <p:nvPr/>
        </p:nvSpPr>
        <p:spPr>
          <a:xfrm>
            <a:off x="409144" y="112960"/>
            <a:ext cx="6444600" cy="704100"/>
          </a:xfrm>
          <a:prstGeom prst="rect">
            <a:avLst/>
          </a:prstGeom>
          <a:noFill/>
          <a:ln>
            <a:noFill/>
          </a:ln>
        </p:spPr>
        <p:txBody>
          <a:bodyPr anchorCtr="0" anchor="t" bIns="0" lIns="0" spcFirstLastPara="1" rIns="0" wrap="square" tIns="0">
            <a:noAutofit/>
          </a:bodyPr>
          <a:lstStyle/>
          <a:p>
            <a:pPr indent="0" lvl="0" marL="0" marR="0" rtl="0" algn="l">
              <a:lnSpc>
                <a:spcPct val="157142"/>
              </a:lnSpc>
              <a:spcBef>
                <a:spcPts val="0"/>
              </a:spcBef>
              <a:spcAft>
                <a:spcPts val="0"/>
              </a:spcAft>
              <a:buNone/>
            </a:pPr>
            <a:r>
              <a:rPr b="1" i="0" lang="en-US" sz="2400" u="none" cap="none" strike="noStrike">
                <a:solidFill>
                  <a:srgbClr val="000000"/>
                </a:solidFill>
                <a:latin typeface="Arial"/>
                <a:ea typeface="Arial"/>
                <a:cs typeface="Arial"/>
                <a:sym typeface="Arial"/>
              </a:rPr>
              <a:t> Project Output Screenshot</a:t>
            </a:r>
            <a:endParaRPr b="1" i="0" sz="2400" u="none" cap="none" strike="noStrike">
              <a:solidFill>
                <a:srgbClr val="000000"/>
              </a:solidFill>
              <a:latin typeface="Arial"/>
              <a:ea typeface="Arial"/>
              <a:cs typeface="Arial"/>
              <a:sym typeface="Arial"/>
            </a:endParaRPr>
          </a:p>
        </p:txBody>
      </p:sp>
      <p:pic>
        <p:nvPicPr>
          <p:cNvPr id="163" name="Google Shape;163;g3f827d8da96_1_12"/>
          <p:cNvPicPr preferRelativeResize="0"/>
          <p:nvPr/>
        </p:nvPicPr>
        <p:blipFill>
          <a:blip r:embed="rId3">
            <a:alphaModFix/>
          </a:blip>
          <a:stretch>
            <a:fillRect/>
          </a:stretch>
        </p:blipFill>
        <p:spPr>
          <a:xfrm>
            <a:off x="152400" y="969460"/>
            <a:ext cx="11744252" cy="573614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7" name="Shape 167"/>
        <p:cNvGrpSpPr/>
        <p:nvPr/>
      </p:nvGrpSpPr>
      <p:grpSpPr>
        <a:xfrm>
          <a:off x="0" y="0"/>
          <a:ext cx="0" cy="0"/>
          <a:chOff x="0" y="0"/>
          <a:chExt cx="0" cy="0"/>
        </a:xfrm>
      </p:grpSpPr>
      <p:sp>
        <p:nvSpPr>
          <p:cNvPr id="168" name="Google Shape;168;g3f827d8da96_1_18"/>
          <p:cNvSpPr/>
          <p:nvPr/>
        </p:nvSpPr>
        <p:spPr>
          <a:xfrm>
            <a:off x="409144" y="112960"/>
            <a:ext cx="6444600" cy="704100"/>
          </a:xfrm>
          <a:prstGeom prst="rect">
            <a:avLst/>
          </a:prstGeom>
          <a:noFill/>
          <a:ln>
            <a:noFill/>
          </a:ln>
        </p:spPr>
        <p:txBody>
          <a:bodyPr anchorCtr="0" anchor="t" bIns="0" lIns="0" spcFirstLastPara="1" rIns="0" wrap="square" tIns="0">
            <a:noAutofit/>
          </a:bodyPr>
          <a:lstStyle/>
          <a:p>
            <a:pPr indent="0" lvl="0" marL="0" marR="0" rtl="0" algn="l">
              <a:lnSpc>
                <a:spcPct val="157142"/>
              </a:lnSpc>
              <a:spcBef>
                <a:spcPts val="0"/>
              </a:spcBef>
              <a:spcAft>
                <a:spcPts val="0"/>
              </a:spcAft>
              <a:buNone/>
            </a:pPr>
            <a:r>
              <a:rPr b="1" i="0" lang="en-US" sz="2400" u="none" cap="none" strike="noStrike">
                <a:solidFill>
                  <a:srgbClr val="000000"/>
                </a:solidFill>
                <a:latin typeface="Arial"/>
                <a:ea typeface="Arial"/>
                <a:cs typeface="Arial"/>
                <a:sym typeface="Arial"/>
              </a:rPr>
              <a:t> Project Output Screenshot</a:t>
            </a:r>
            <a:endParaRPr b="1" i="0" sz="2400" u="none" cap="none" strike="noStrike">
              <a:solidFill>
                <a:srgbClr val="000000"/>
              </a:solidFill>
              <a:latin typeface="Arial"/>
              <a:ea typeface="Arial"/>
              <a:cs typeface="Arial"/>
              <a:sym typeface="Arial"/>
            </a:endParaRPr>
          </a:p>
        </p:txBody>
      </p:sp>
      <p:pic>
        <p:nvPicPr>
          <p:cNvPr id="169" name="Google Shape;169;g3f827d8da96_1_18"/>
          <p:cNvPicPr preferRelativeResize="0"/>
          <p:nvPr/>
        </p:nvPicPr>
        <p:blipFill>
          <a:blip r:embed="rId3">
            <a:alphaModFix/>
          </a:blip>
          <a:stretch>
            <a:fillRect/>
          </a:stretch>
        </p:blipFill>
        <p:spPr>
          <a:xfrm>
            <a:off x="778413" y="817060"/>
            <a:ext cx="10635172" cy="5736139"/>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3" name="Shape 173"/>
        <p:cNvGrpSpPr/>
        <p:nvPr/>
      </p:nvGrpSpPr>
      <p:grpSpPr>
        <a:xfrm>
          <a:off x="0" y="0"/>
          <a:ext cx="0" cy="0"/>
          <a:chOff x="0" y="0"/>
          <a:chExt cx="0" cy="0"/>
        </a:xfrm>
      </p:grpSpPr>
      <p:sp>
        <p:nvSpPr>
          <p:cNvPr id="174" name="Google Shape;174;p44"/>
          <p:cNvSpPr txBox="1"/>
          <p:nvPr/>
        </p:nvSpPr>
        <p:spPr>
          <a:xfrm>
            <a:off x="777240" y="484632"/>
            <a:ext cx="71232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400" u="none" cap="none" strike="noStrike">
                <a:solidFill>
                  <a:srgbClr val="000000"/>
                </a:solidFill>
                <a:latin typeface="Arial"/>
                <a:ea typeface="Arial"/>
                <a:cs typeface="Arial"/>
                <a:sym typeface="Arial"/>
              </a:rPr>
              <a:t>Novelty and Uniqueness</a:t>
            </a:r>
            <a:endParaRPr b="1" i="0" sz="2400" u="none" cap="none" strike="noStrike">
              <a:solidFill>
                <a:srgbClr val="000000"/>
              </a:solidFill>
              <a:latin typeface="Arial"/>
              <a:ea typeface="Arial"/>
              <a:cs typeface="Arial"/>
              <a:sym typeface="Arial"/>
            </a:endParaRPr>
          </a:p>
        </p:txBody>
      </p:sp>
      <p:sp>
        <p:nvSpPr>
          <p:cNvPr id="175" name="Google Shape;175;p44"/>
          <p:cNvSpPr txBox="1"/>
          <p:nvPr/>
        </p:nvSpPr>
        <p:spPr>
          <a:xfrm>
            <a:off x="777240" y="1207008"/>
            <a:ext cx="11301900" cy="3586500"/>
          </a:xfrm>
          <a:prstGeom prst="rect">
            <a:avLst/>
          </a:prstGeom>
          <a:noFill/>
          <a:ln>
            <a:noFill/>
          </a:ln>
        </p:spPr>
        <p:txBody>
          <a:bodyPr anchorCtr="0" anchor="t" bIns="45700" lIns="91425" spcFirstLastPara="1" rIns="91425" wrap="square" tIns="45700">
            <a:spAutoFit/>
          </a:bodyPr>
          <a:lstStyle/>
          <a:p>
            <a:pPr indent="-355600" lvl="0" marL="457200" rtl="0" algn="just">
              <a:lnSpc>
                <a:spcPct val="115000"/>
              </a:lnSpc>
              <a:spcBef>
                <a:spcPts val="0"/>
              </a:spcBef>
              <a:spcAft>
                <a:spcPts val="0"/>
              </a:spcAft>
              <a:buClr>
                <a:schemeClr val="dk1"/>
              </a:buClr>
              <a:buSzPts val="2000"/>
              <a:buChar char="●"/>
            </a:pPr>
            <a:r>
              <a:rPr lang="en-US" sz="2000">
                <a:solidFill>
                  <a:schemeClr val="dk1"/>
                </a:solidFill>
              </a:rPr>
              <a:t>Multi-Agent AI System: Uses specialized AI agents for awareness, early detection, empathetic support, prediction, and crisis escalation, coordinated by IBM Orchestrate.</a:t>
            </a:r>
            <a:endParaRPr sz="2000">
              <a:solidFill>
                <a:schemeClr val="dk1"/>
              </a:solidFill>
            </a:endParaRPr>
          </a:p>
          <a:p>
            <a:pPr indent="-355600" lvl="0" marL="457200" rtl="0" algn="just">
              <a:lnSpc>
                <a:spcPct val="115000"/>
              </a:lnSpc>
              <a:spcBef>
                <a:spcPts val="0"/>
              </a:spcBef>
              <a:spcAft>
                <a:spcPts val="0"/>
              </a:spcAft>
              <a:buClr>
                <a:schemeClr val="dk1"/>
              </a:buClr>
              <a:buSzPts val="2000"/>
              <a:buChar char="●"/>
            </a:pPr>
            <a:r>
              <a:rPr lang="en-US" sz="2000">
                <a:solidFill>
                  <a:schemeClr val="dk1"/>
                </a:solidFill>
              </a:rPr>
              <a:t>Proactive Risk Prediction: Identifies stress, anxiety, and burnout trends early, enabling preventive support before a mental health crisis develops.</a:t>
            </a:r>
            <a:endParaRPr sz="2000">
              <a:solidFill>
                <a:schemeClr val="dk1"/>
              </a:solidFill>
            </a:endParaRPr>
          </a:p>
          <a:p>
            <a:pPr indent="-355600" lvl="0" marL="457200" rtl="0" algn="just">
              <a:lnSpc>
                <a:spcPct val="115000"/>
              </a:lnSpc>
              <a:spcBef>
                <a:spcPts val="0"/>
              </a:spcBef>
              <a:spcAft>
                <a:spcPts val="0"/>
              </a:spcAft>
              <a:buClr>
                <a:schemeClr val="dk1"/>
              </a:buClr>
              <a:buSzPts val="2000"/>
              <a:buChar char="●"/>
            </a:pPr>
            <a:r>
              <a:rPr lang="en-US" sz="2000">
                <a:solidFill>
                  <a:schemeClr val="dk1"/>
                </a:solidFill>
              </a:rPr>
              <a:t>Trusted RAG-Based Responses: Combines IBM Granite Models with Retrieval-Augmented Generation (RAG) to provide accurate, evidence-based mental health guidance.</a:t>
            </a:r>
            <a:endParaRPr sz="2000">
              <a:solidFill>
                <a:schemeClr val="dk1"/>
              </a:solidFill>
            </a:endParaRPr>
          </a:p>
          <a:p>
            <a:pPr indent="-355600" lvl="0" marL="457200" rtl="0" algn="just">
              <a:lnSpc>
                <a:spcPct val="115000"/>
              </a:lnSpc>
              <a:spcBef>
                <a:spcPts val="0"/>
              </a:spcBef>
              <a:spcAft>
                <a:spcPts val="0"/>
              </a:spcAft>
              <a:buClr>
                <a:schemeClr val="dk1"/>
              </a:buClr>
              <a:buSzPts val="2000"/>
              <a:buChar char="●"/>
            </a:pPr>
            <a:r>
              <a:rPr lang="en-US" sz="2000">
                <a:solidFill>
                  <a:schemeClr val="dk1"/>
                </a:solidFill>
              </a:rPr>
              <a:t>Consent-Driven Human Escalation: Detects high-risk situations and securely connects users to helplines, counselors, or trusted contacts with user consent.</a:t>
            </a:r>
            <a:endParaRPr sz="2000">
              <a:solidFill>
                <a:schemeClr val="dk1"/>
              </a:solidFill>
            </a:endParaRPr>
          </a:p>
          <a:p>
            <a:pPr indent="-355600" lvl="0" marL="457200" rtl="0" algn="just">
              <a:lnSpc>
                <a:spcPct val="115000"/>
              </a:lnSpc>
              <a:spcBef>
                <a:spcPts val="0"/>
              </a:spcBef>
              <a:spcAft>
                <a:spcPts val="0"/>
              </a:spcAft>
              <a:buClr>
                <a:schemeClr val="dk1"/>
              </a:buClr>
              <a:buSzPts val="2000"/>
              <a:buChar char="●"/>
            </a:pPr>
            <a:r>
              <a:rPr lang="en-US" sz="2000">
                <a:solidFill>
                  <a:schemeClr val="dk1"/>
                </a:solidFill>
              </a:rPr>
              <a:t>Personalized &amp; Safe Experience: Delivers tailored wellness recommendations from mood logs and journals while ensuring privacy, AI safety guardrails, and clear medical disclaimers.</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45"/>
          <p:cNvSpPr/>
          <p:nvPr/>
        </p:nvSpPr>
        <p:spPr>
          <a:xfrm>
            <a:off x="1218724" y="420729"/>
            <a:ext cx="6444496" cy="704017"/>
          </a:xfrm>
          <a:prstGeom prst="rect">
            <a:avLst/>
          </a:prstGeom>
          <a:noFill/>
          <a:ln>
            <a:noFill/>
          </a:ln>
        </p:spPr>
        <p:txBody>
          <a:bodyPr anchorCtr="0" anchor="t" bIns="0" lIns="0" spcFirstLastPara="1" rIns="0" wrap="square" tIns="0">
            <a:noAutofit/>
          </a:bodyPr>
          <a:lstStyle/>
          <a:p>
            <a:pPr indent="0" lvl="0" marL="0" marR="0" rtl="0" algn="l">
              <a:lnSpc>
                <a:spcPct val="157142"/>
              </a:lnSpc>
              <a:spcBef>
                <a:spcPts val="0"/>
              </a:spcBef>
              <a:spcAft>
                <a:spcPts val="0"/>
              </a:spcAft>
              <a:buClr>
                <a:srgbClr val="051D3A"/>
              </a:buClr>
              <a:buSzPts val="3500"/>
              <a:buFont typeface="Times New Roman"/>
              <a:buNone/>
            </a:pPr>
            <a:r>
              <a:rPr b="1" i="0" lang="en-US" sz="2400" u="none" cap="none" strike="noStrike">
                <a:solidFill>
                  <a:srgbClr val="000000"/>
                </a:solidFill>
                <a:latin typeface="Arial"/>
                <a:ea typeface="Arial"/>
                <a:cs typeface="Arial"/>
                <a:sym typeface="Arial"/>
              </a:rPr>
              <a:t>Git Hub Link</a:t>
            </a:r>
            <a:endParaRPr b="1" i="0" sz="2400" u="none" cap="none" strike="noStrike">
              <a:solidFill>
                <a:srgbClr val="000000"/>
              </a:solidFill>
              <a:latin typeface="Arial"/>
              <a:ea typeface="Arial"/>
              <a:cs typeface="Arial"/>
              <a:sym typeface="Arial"/>
            </a:endParaRPr>
          </a:p>
        </p:txBody>
      </p:sp>
      <p:sp>
        <p:nvSpPr>
          <p:cNvPr id="181" name="Google Shape;181;p45"/>
          <p:cNvSpPr/>
          <p:nvPr/>
        </p:nvSpPr>
        <p:spPr>
          <a:xfrm>
            <a:off x="1218724" y="1153712"/>
            <a:ext cx="9214580" cy="4277001"/>
          </a:xfrm>
          <a:prstGeom prst="rect">
            <a:avLst/>
          </a:prstGeom>
          <a:noFill/>
          <a:ln>
            <a:noFill/>
          </a:ln>
        </p:spPr>
        <p:txBody>
          <a:bodyPr anchorCtr="0" anchor="t" bIns="0" lIns="0" spcFirstLastPara="1" rIns="0" wrap="square" tIns="0">
            <a:noAutofit/>
          </a:bodyPr>
          <a:lstStyle/>
          <a:p>
            <a:pPr indent="0" lvl="0" marL="0" marR="0" rtl="0" algn="just">
              <a:lnSpc>
                <a:spcPct val="162162"/>
              </a:lnSpc>
              <a:spcBef>
                <a:spcPts val="0"/>
              </a:spcBef>
              <a:spcAft>
                <a:spcPts val="0"/>
              </a:spcAft>
              <a:buNone/>
            </a:pPr>
            <a:r>
              <a:rPr lang="en-US" sz="2000">
                <a:solidFill>
                  <a:srgbClr val="2B3541"/>
                </a:solidFill>
              </a:rPr>
              <a:t>https://github.com/vikas-shanabhog/Mindguard_AI_using_ibm_bob</a:t>
            </a:r>
            <a:endParaRPr sz="2000"/>
          </a:p>
          <a:p>
            <a:pPr indent="0" lvl="0" marL="0" marR="0" rtl="0" algn="l">
              <a:lnSpc>
                <a:spcPct val="162162"/>
              </a:lnSpc>
              <a:spcBef>
                <a:spcPts val="0"/>
              </a:spcBef>
              <a:spcAft>
                <a:spcPts val="0"/>
              </a:spcAft>
              <a:buClr>
                <a:srgbClr val="2B3541"/>
              </a:buClr>
              <a:buSzPts val="1850"/>
              <a:buFont typeface="Times New Roman"/>
              <a:buNone/>
            </a:pPr>
            <a:r>
              <a:t/>
            </a:r>
            <a:endParaRPr b="0" i="0" sz="1850" u="none" cap="none" strike="noStrike">
              <a:solidFill>
                <a:srgbClr val="000000"/>
              </a:solidFill>
              <a:latin typeface="Times New Roman"/>
              <a:ea typeface="Times New Roman"/>
              <a:cs typeface="Times New Roman"/>
              <a:sym typeface="Times New Roman"/>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46"/>
          <p:cNvSpPr/>
          <p:nvPr/>
        </p:nvSpPr>
        <p:spPr>
          <a:xfrm>
            <a:off x="1218724" y="420729"/>
            <a:ext cx="6444496" cy="704017"/>
          </a:xfrm>
          <a:prstGeom prst="rect">
            <a:avLst/>
          </a:prstGeom>
          <a:noFill/>
          <a:ln>
            <a:noFill/>
          </a:ln>
        </p:spPr>
        <p:txBody>
          <a:bodyPr anchorCtr="0" anchor="t" bIns="0" lIns="0" spcFirstLastPara="1" rIns="0" wrap="square" tIns="0">
            <a:noAutofit/>
          </a:bodyPr>
          <a:lstStyle/>
          <a:p>
            <a:pPr indent="0" lvl="0" marL="0" marR="0" rtl="0" algn="l">
              <a:lnSpc>
                <a:spcPct val="157142"/>
              </a:lnSpc>
              <a:spcBef>
                <a:spcPts val="0"/>
              </a:spcBef>
              <a:spcAft>
                <a:spcPts val="0"/>
              </a:spcAft>
              <a:buClr>
                <a:srgbClr val="051D3A"/>
              </a:buClr>
              <a:buSzPts val="3500"/>
              <a:buFont typeface="Times New Roman"/>
              <a:buNone/>
            </a:pPr>
            <a:r>
              <a:rPr b="1" i="0" lang="en-US" sz="2400" u="none" cap="none" strike="noStrike">
                <a:solidFill>
                  <a:srgbClr val="000000"/>
                </a:solidFill>
                <a:latin typeface="Arial"/>
                <a:ea typeface="Arial"/>
                <a:cs typeface="Arial"/>
                <a:sym typeface="Arial"/>
              </a:rPr>
              <a:t>Future Scope </a:t>
            </a:r>
            <a:endParaRPr b="1" i="0" sz="2400" u="none" cap="none" strike="noStrike">
              <a:solidFill>
                <a:srgbClr val="000000"/>
              </a:solidFill>
              <a:latin typeface="Arial"/>
              <a:ea typeface="Arial"/>
              <a:cs typeface="Arial"/>
              <a:sym typeface="Arial"/>
            </a:endParaRPr>
          </a:p>
        </p:txBody>
      </p:sp>
      <p:sp>
        <p:nvSpPr>
          <p:cNvPr id="187" name="Google Shape;187;p46"/>
          <p:cNvSpPr/>
          <p:nvPr/>
        </p:nvSpPr>
        <p:spPr>
          <a:xfrm>
            <a:off x="1218725" y="1221726"/>
            <a:ext cx="9214500" cy="4749000"/>
          </a:xfrm>
          <a:prstGeom prst="rect">
            <a:avLst/>
          </a:prstGeom>
          <a:noFill/>
          <a:ln>
            <a:noFill/>
          </a:ln>
        </p:spPr>
        <p:txBody>
          <a:bodyPr anchorCtr="0" anchor="t" bIns="0" lIns="0" spcFirstLastPara="1" rIns="0" wrap="square" tIns="0">
            <a:noAutofit/>
          </a:bodyPr>
          <a:lstStyle/>
          <a:p>
            <a:pPr indent="-355600" lvl="0" marL="457200" rtl="0" algn="just">
              <a:lnSpc>
                <a:spcPct val="115000"/>
              </a:lnSpc>
              <a:spcBef>
                <a:spcPts val="0"/>
              </a:spcBef>
              <a:spcAft>
                <a:spcPts val="0"/>
              </a:spcAft>
              <a:buClr>
                <a:schemeClr val="dk1"/>
              </a:buClr>
              <a:buSzPts val="2000"/>
              <a:buChar char="●"/>
            </a:pPr>
            <a:r>
              <a:rPr lang="en-US" sz="2000">
                <a:solidFill>
                  <a:schemeClr val="dk1"/>
                </a:solidFill>
              </a:rPr>
              <a:t>Multilingual &amp; Voice Support: Expand to regional languages and voice-based interactions to improve accessibility for diverse users.</a:t>
            </a:r>
            <a:endParaRPr sz="2000">
              <a:solidFill>
                <a:schemeClr val="dk1"/>
              </a:solidFill>
            </a:endParaRPr>
          </a:p>
          <a:p>
            <a:pPr indent="-355600" lvl="0" marL="457200" rtl="0" algn="just">
              <a:lnSpc>
                <a:spcPct val="115000"/>
              </a:lnSpc>
              <a:spcBef>
                <a:spcPts val="0"/>
              </a:spcBef>
              <a:spcAft>
                <a:spcPts val="0"/>
              </a:spcAft>
              <a:buClr>
                <a:schemeClr val="dk1"/>
              </a:buClr>
              <a:buSzPts val="2000"/>
              <a:buChar char="●"/>
            </a:pPr>
            <a:r>
              <a:rPr lang="en-US" sz="2000">
                <a:solidFill>
                  <a:schemeClr val="dk1"/>
                </a:solidFill>
              </a:rPr>
              <a:t>Wearable &amp; Health App Integration: Connect with smartwatches and fitness trackers for real-time monitoring of sleep, heart rate, and stress levels (with user consent).</a:t>
            </a:r>
            <a:endParaRPr sz="2000">
              <a:solidFill>
                <a:schemeClr val="dk1"/>
              </a:solidFill>
            </a:endParaRPr>
          </a:p>
          <a:p>
            <a:pPr indent="-355600" lvl="0" marL="457200" rtl="0" algn="just">
              <a:lnSpc>
                <a:spcPct val="115000"/>
              </a:lnSpc>
              <a:spcBef>
                <a:spcPts val="0"/>
              </a:spcBef>
              <a:spcAft>
                <a:spcPts val="0"/>
              </a:spcAft>
              <a:buClr>
                <a:schemeClr val="dk1"/>
              </a:buClr>
              <a:buSzPts val="2000"/>
              <a:buChar char="●"/>
            </a:pPr>
            <a:r>
              <a:rPr lang="en-US" sz="2000">
                <a:solidFill>
                  <a:schemeClr val="dk1"/>
                </a:solidFill>
              </a:rPr>
              <a:t>Advanced Predictive Analytics: Use AI to forecast long-term mental health trends and provide personalized preventive wellness plans.</a:t>
            </a:r>
            <a:endParaRPr sz="2000">
              <a:solidFill>
                <a:schemeClr val="dk1"/>
              </a:solidFill>
            </a:endParaRPr>
          </a:p>
          <a:p>
            <a:pPr indent="-355600" lvl="0" marL="457200" rtl="0" algn="just">
              <a:lnSpc>
                <a:spcPct val="115000"/>
              </a:lnSpc>
              <a:spcBef>
                <a:spcPts val="0"/>
              </a:spcBef>
              <a:spcAft>
                <a:spcPts val="0"/>
              </a:spcAft>
              <a:buClr>
                <a:schemeClr val="dk1"/>
              </a:buClr>
              <a:buSzPts val="2000"/>
              <a:buChar char="●"/>
            </a:pPr>
            <a:r>
              <a:rPr lang="en-US" sz="2000">
                <a:solidFill>
                  <a:schemeClr val="dk1"/>
                </a:solidFill>
              </a:rPr>
              <a:t>Healthcare &amp; Workplace Integration: Integrate with hospitals, educational institutions, and corporate wellness platforms for seamless referrals and support.</a:t>
            </a:r>
            <a:endParaRPr sz="2000">
              <a:solidFill>
                <a:schemeClr val="dk1"/>
              </a:solidFill>
            </a:endParaRPr>
          </a:p>
          <a:p>
            <a:pPr indent="-355600" lvl="0" marL="457200" rtl="0" algn="just">
              <a:lnSpc>
                <a:spcPct val="115000"/>
              </a:lnSpc>
              <a:spcBef>
                <a:spcPts val="0"/>
              </a:spcBef>
              <a:spcAft>
                <a:spcPts val="0"/>
              </a:spcAft>
              <a:buClr>
                <a:schemeClr val="dk1"/>
              </a:buClr>
              <a:buSzPts val="2000"/>
              <a:buChar char="●"/>
            </a:pPr>
            <a:r>
              <a:rPr lang="en-US" sz="2000">
                <a:solidFill>
                  <a:schemeClr val="dk1"/>
                </a:solidFill>
              </a:rPr>
              <a:t>Personalized AI Coaching: Introduce adaptive wellness programs, CBT-based exercises, and continuous follow-ups tailored to each user's progress while maintaining strong privacy and ethical AI standards.</a:t>
            </a:r>
            <a:endParaRPr sz="2000">
              <a:solidFill>
                <a:schemeClr val="dk1"/>
              </a:solidFill>
            </a:endParaRPr>
          </a:p>
          <a:p>
            <a:pPr indent="0" lvl="0" marL="0" marR="0" rtl="0" algn="l">
              <a:lnSpc>
                <a:spcPct val="162162"/>
              </a:lnSpc>
              <a:spcBef>
                <a:spcPts val="300"/>
              </a:spcBef>
              <a:spcAft>
                <a:spcPts val="0"/>
              </a:spcAft>
              <a:buClr>
                <a:srgbClr val="2B3541"/>
              </a:buClr>
              <a:buSzPts val="1850"/>
              <a:buFont typeface="Times New Roman"/>
              <a:buNone/>
            </a:pPr>
            <a:r>
              <a:t/>
            </a:r>
            <a:endParaRPr b="1" sz="2050">
              <a:solidFill>
                <a:srgbClr val="2B3541"/>
              </a:solidFill>
              <a:latin typeface="Times New Roman"/>
              <a:ea typeface="Times New Roman"/>
              <a:cs typeface="Times New Roman"/>
              <a:sym typeface="Times New Roman"/>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1" name="Shape 191"/>
        <p:cNvGrpSpPr/>
        <p:nvPr/>
      </p:nvGrpSpPr>
      <p:grpSpPr>
        <a:xfrm>
          <a:off x="0" y="0"/>
          <a:ext cx="0" cy="0"/>
          <a:chOff x="0" y="0"/>
          <a:chExt cx="0" cy="0"/>
        </a:xfrm>
      </p:grpSpPr>
      <p:sp>
        <p:nvSpPr>
          <p:cNvPr id="192" name="Google Shape;192;p47"/>
          <p:cNvSpPr txBox="1"/>
          <p:nvPr/>
        </p:nvSpPr>
        <p:spPr>
          <a:xfrm>
            <a:off x="327949" y="207380"/>
            <a:ext cx="6096000" cy="67710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400" u="none" cap="none" strike="noStrike">
                <a:solidFill>
                  <a:srgbClr val="000000"/>
                </a:solidFill>
                <a:latin typeface="Arial"/>
                <a:ea typeface="Arial"/>
                <a:cs typeface="Arial"/>
                <a:sym typeface="Arial"/>
              </a:rPr>
              <a:t>Certificates Earned:</a:t>
            </a:r>
            <a:endParaRPr/>
          </a:p>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pic>
        <p:nvPicPr>
          <p:cNvPr id="193" name="Google Shape;193;p47"/>
          <p:cNvPicPr preferRelativeResize="0"/>
          <p:nvPr/>
        </p:nvPicPr>
        <p:blipFill>
          <a:blip r:embed="rId3">
            <a:alphaModFix/>
          </a:blip>
          <a:stretch>
            <a:fillRect/>
          </a:stretch>
        </p:blipFill>
        <p:spPr>
          <a:xfrm>
            <a:off x="2574625" y="884488"/>
            <a:ext cx="7611237" cy="5668711"/>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7" name="Shape 197"/>
        <p:cNvGrpSpPr/>
        <p:nvPr/>
      </p:nvGrpSpPr>
      <p:grpSpPr>
        <a:xfrm>
          <a:off x="0" y="0"/>
          <a:ext cx="0" cy="0"/>
          <a:chOff x="0" y="0"/>
          <a:chExt cx="0" cy="0"/>
        </a:xfrm>
      </p:grpSpPr>
      <p:sp>
        <p:nvSpPr>
          <p:cNvPr id="198" name="Google Shape;198;p48"/>
          <p:cNvSpPr txBox="1"/>
          <p:nvPr/>
        </p:nvSpPr>
        <p:spPr>
          <a:xfrm>
            <a:off x="176696" y="226391"/>
            <a:ext cx="6096000" cy="67710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400" u="none" cap="none" strike="noStrike">
                <a:solidFill>
                  <a:srgbClr val="000000"/>
                </a:solidFill>
                <a:latin typeface="Arial"/>
                <a:ea typeface="Arial"/>
                <a:cs typeface="Arial"/>
                <a:sym typeface="Arial"/>
              </a:rPr>
              <a:t>Certificates Earned:</a:t>
            </a:r>
            <a:r>
              <a:rPr b="0" i="0" lang="en-US" sz="2400" u="none" cap="none" strike="noStrike">
                <a:solidFill>
                  <a:srgbClr val="000000"/>
                </a:solidFill>
                <a:latin typeface="Arial"/>
                <a:ea typeface="Arial"/>
                <a:cs typeface="Arial"/>
                <a:sym typeface="Arial"/>
              </a:rPr>
              <a:t>​</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pic>
        <p:nvPicPr>
          <p:cNvPr id="199" name="Google Shape;199;p48"/>
          <p:cNvPicPr preferRelativeResize="0"/>
          <p:nvPr/>
        </p:nvPicPr>
        <p:blipFill>
          <a:blip r:embed="rId3">
            <a:alphaModFix/>
          </a:blip>
          <a:stretch>
            <a:fillRect/>
          </a:stretch>
        </p:blipFill>
        <p:spPr>
          <a:xfrm>
            <a:off x="1298700" y="903499"/>
            <a:ext cx="9187283" cy="5649701"/>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3" name="Shape 203"/>
        <p:cNvGrpSpPr/>
        <p:nvPr/>
      </p:nvGrpSpPr>
      <p:grpSpPr>
        <a:xfrm>
          <a:off x="0" y="0"/>
          <a:ext cx="0" cy="0"/>
          <a:chOff x="0" y="0"/>
          <a:chExt cx="0" cy="0"/>
        </a:xfrm>
      </p:grpSpPr>
      <p:pic>
        <p:nvPicPr>
          <p:cNvPr id="204" name="Google Shape;204;p20"/>
          <p:cNvPicPr preferRelativeResize="0"/>
          <p:nvPr/>
        </p:nvPicPr>
        <p:blipFill rotWithShape="1">
          <a:blip r:embed="rId3">
            <a:alphaModFix/>
          </a:blip>
          <a:srcRect b="0" l="0" r="0" t="0"/>
          <a:stretch/>
        </p:blipFill>
        <p:spPr>
          <a:xfrm>
            <a:off x="0" y="2190302"/>
            <a:ext cx="12192000" cy="247739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2025-07-08T05:06:56Z</dcterms:created>
  <dc:creator>Manda Anirudh</dc:creator>
</cp:coreProperties>
</file>